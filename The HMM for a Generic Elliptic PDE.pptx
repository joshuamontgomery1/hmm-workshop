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9" r:id="rId2"/>
    <p:sldId id="487" r:id="rId3"/>
    <p:sldId id="488" r:id="rId4"/>
    <p:sldId id="483" r:id="rId5"/>
    <p:sldId id="373" r:id="rId6"/>
    <p:sldId id="480" r:id="rId7"/>
    <p:sldId id="484" r:id="rId8"/>
    <p:sldId id="370" r:id="rId9"/>
    <p:sldId id="494" r:id="rId10"/>
    <p:sldId id="493" r:id="rId11"/>
    <p:sldId id="491" r:id="rId12"/>
    <p:sldId id="416" r:id="rId13"/>
    <p:sldId id="495" r:id="rId14"/>
    <p:sldId id="492" r:id="rId15"/>
    <p:sldId id="496" r:id="rId16"/>
    <p:sldId id="394" r:id="rId17"/>
    <p:sldId id="396" r:id="rId18"/>
    <p:sldId id="4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9BB2ACD-9EA2-4986-824A-F2AC359E9FD2}">
          <p14:sldIdLst>
            <p14:sldId id="259"/>
            <p14:sldId id="487"/>
            <p14:sldId id="488"/>
          </p14:sldIdLst>
        </p14:section>
        <p14:section name="Problem Definition" id="{9EFD4DFA-76BC-4E96-B433-9EC3A8F3C13E}">
          <p14:sldIdLst>
            <p14:sldId id="483"/>
            <p14:sldId id="373"/>
            <p14:sldId id="480"/>
            <p14:sldId id="484"/>
            <p14:sldId id="370"/>
            <p14:sldId id="494"/>
            <p14:sldId id="493"/>
          </p14:sldIdLst>
        </p14:section>
        <p14:section name="The HMM" id="{A1BB2ACD-9EA2-4986-824A-F2AC359E9FD2}">
          <p14:sldIdLst>
            <p14:sldId id="491"/>
            <p14:sldId id="416"/>
            <p14:sldId id="495"/>
            <p14:sldId id="492"/>
            <p14:sldId id="496"/>
            <p14:sldId id="394"/>
            <p14:sldId id="396"/>
            <p14:sldId id="4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AEEE90-2D8F-AFDA-DCED-1F4FE5EE7D98}" name="Joshua Montgomery" initials="JM" userId="S::mn18jm@leeds.ac.uk::f058e946-7618-46df-b669-9df5e3fb6b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440324-A4A2-45BF-80AE-EF9EDFB09D65}" v="16" dt="2026-03-19T08:16:44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711" autoAdjust="0"/>
  </p:normalViewPr>
  <p:slideViewPr>
    <p:cSldViewPr snapToGrid="0">
      <p:cViewPr varScale="1">
        <p:scale>
          <a:sx n="91" d="100"/>
          <a:sy n="91" d="100"/>
        </p:scale>
        <p:origin x="28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Furze" userId="dfbe5f81-69a2-4633-bfb0-39631a65aea3" providerId="ADAL" clId="{8AC1D7DA-9D76-42DB-98AF-3A808F73E598}"/>
    <pc:docChg chg="undo custSel addSld delSld modSld sldOrd modSection">
      <pc:chgData name="Robin Furze" userId="dfbe5f81-69a2-4633-bfb0-39631a65aea3" providerId="ADAL" clId="{8AC1D7DA-9D76-42DB-98AF-3A808F73E598}" dt="2026-03-16T09:24:30.464" v="3936" actId="1035"/>
      <pc:docMkLst>
        <pc:docMk/>
      </pc:docMkLst>
      <pc:sldChg chg="addSp delSp modSp mod">
        <pc:chgData name="Robin Furze" userId="dfbe5f81-69a2-4633-bfb0-39631a65aea3" providerId="ADAL" clId="{8AC1D7DA-9D76-42DB-98AF-3A808F73E598}" dt="2026-03-16T08:24:52.735" v="2039" actId="167"/>
        <pc:sldMkLst>
          <pc:docMk/>
          <pc:sldMk cId="625655682" sldId="370"/>
        </pc:sldMkLst>
        <pc:spChg chg="add mod">
          <ac:chgData name="Robin Furze" userId="dfbe5f81-69a2-4633-bfb0-39631a65aea3" providerId="ADAL" clId="{8AC1D7DA-9D76-42DB-98AF-3A808F73E598}" dt="2026-03-16T08:07:20.861" v="1701" actId="20577"/>
          <ac:spMkLst>
            <pc:docMk/>
            <pc:sldMk cId="625655682" sldId="370"/>
            <ac:spMk id="2" creationId="{24BB4DFF-5F6F-7698-E770-46A61B45E290}"/>
          </ac:spMkLst>
        </pc:spChg>
        <pc:spChg chg="add mod">
          <ac:chgData name="Robin Furze" userId="dfbe5f81-69a2-4633-bfb0-39631a65aea3" providerId="ADAL" clId="{8AC1D7DA-9D76-42DB-98AF-3A808F73E598}" dt="2026-03-15T09:47:52.512" v="804"/>
          <ac:spMkLst>
            <pc:docMk/>
            <pc:sldMk cId="625655682" sldId="370"/>
            <ac:spMk id="3" creationId="{49EB0B75-B8F9-6513-A316-07A1FBA49EBE}"/>
          </ac:spMkLst>
        </pc:spChg>
        <pc:spChg chg="mod">
          <ac:chgData name="Robin Furze" userId="dfbe5f81-69a2-4633-bfb0-39631a65aea3" providerId="ADAL" clId="{8AC1D7DA-9D76-42DB-98AF-3A808F73E598}" dt="2026-03-16T07:54:07.476" v="1651" actId="20577"/>
          <ac:spMkLst>
            <pc:docMk/>
            <pc:sldMk cId="625655682" sldId="370"/>
            <ac:spMk id="6" creationId="{00976FC0-352C-3D8B-A5CF-50E04DC05948}"/>
          </ac:spMkLst>
        </pc:spChg>
        <pc:spChg chg="add mod ord">
          <ac:chgData name="Robin Furze" userId="dfbe5f81-69a2-4633-bfb0-39631a65aea3" providerId="ADAL" clId="{8AC1D7DA-9D76-42DB-98AF-3A808F73E598}" dt="2026-03-16T08:24:52.735" v="2039" actId="167"/>
          <ac:spMkLst>
            <pc:docMk/>
            <pc:sldMk cId="625655682" sldId="370"/>
            <ac:spMk id="9" creationId="{A0D524ED-1F2B-C8D6-9055-22BF687E916B}"/>
          </ac:spMkLst>
        </pc:spChg>
        <pc:picChg chg="add mod">
          <ac:chgData name="Robin Furze" userId="dfbe5f81-69a2-4633-bfb0-39631a65aea3" providerId="ADAL" clId="{8AC1D7DA-9D76-42DB-98AF-3A808F73E598}" dt="2026-03-16T08:07:16.785" v="1698" actId="1076"/>
          <ac:picMkLst>
            <pc:docMk/>
            <pc:sldMk cId="625655682" sldId="370"/>
            <ac:picMk id="2052" creationId="{5D82AF77-8AA6-972D-3249-9755DF5CA20D}"/>
          </ac:picMkLst>
        </pc:picChg>
      </pc:sldChg>
      <pc:sldChg chg="addSp delSp modSp mod">
        <pc:chgData name="Robin Furze" userId="dfbe5f81-69a2-4633-bfb0-39631a65aea3" providerId="ADAL" clId="{8AC1D7DA-9D76-42DB-98AF-3A808F73E598}" dt="2026-03-16T07:31:53.749" v="979" actId="6549"/>
        <pc:sldMkLst>
          <pc:docMk/>
          <pc:sldMk cId="273688982" sldId="373"/>
        </pc:sldMkLst>
        <pc:spChg chg="mod">
          <ac:chgData name="Robin Furze" userId="dfbe5f81-69a2-4633-bfb0-39631a65aea3" providerId="ADAL" clId="{8AC1D7DA-9D76-42DB-98AF-3A808F73E598}" dt="2026-03-16T07:31:53.749" v="979" actId="6549"/>
          <ac:spMkLst>
            <pc:docMk/>
            <pc:sldMk cId="273688982" sldId="373"/>
            <ac:spMk id="4" creationId="{7D460F07-EAD6-5984-8BC3-AE647D231952}"/>
          </ac:spMkLst>
        </pc:spChg>
      </pc:sldChg>
      <pc:sldChg chg="addSp delSp modSp mod">
        <pc:chgData name="Robin Furze" userId="dfbe5f81-69a2-4633-bfb0-39631a65aea3" providerId="ADAL" clId="{8AC1D7DA-9D76-42DB-98AF-3A808F73E598}" dt="2026-03-16T08:50:48.900" v="3088" actId="21"/>
        <pc:sldMkLst>
          <pc:docMk/>
          <pc:sldMk cId="1937888669" sldId="416"/>
        </pc:sldMkLst>
        <pc:spChg chg="add mod">
          <ac:chgData name="Robin Furze" userId="dfbe5f81-69a2-4633-bfb0-39631a65aea3" providerId="ADAL" clId="{8AC1D7DA-9D76-42DB-98AF-3A808F73E598}" dt="2026-03-16T08:50:45.527" v="3086" actId="1076"/>
          <ac:spMkLst>
            <pc:docMk/>
            <pc:sldMk cId="1937888669" sldId="416"/>
            <ac:spMk id="5" creationId="{67A979BF-D9F2-F9CA-06BD-66F7B058D0A8}"/>
          </ac:spMkLst>
        </pc:spChg>
      </pc:sldChg>
      <pc:sldChg chg="addSp delSp modSp mod">
        <pc:chgData name="Robin Furze" userId="dfbe5f81-69a2-4633-bfb0-39631a65aea3" providerId="ADAL" clId="{8AC1D7DA-9D76-42DB-98AF-3A808F73E598}" dt="2026-03-16T08:25:02.580" v="2042" actId="167"/>
        <pc:sldMkLst>
          <pc:docMk/>
          <pc:sldMk cId="1599094855" sldId="480"/>
        </pc:sldMkLst>
        <pc:spChg chg="mod">
          <ac:chgData name="Robin Furze" userId="dfbe5f81-69a2-4633-bfb0-39631a65aea3" providerId="ADAL" clId="{8AC1D7DA-9D76-42DB-98AF-3A808F73E598}" dt="2026-03-16T07:32:47.692" v="984" actId="20577"/>
          <ac:spMkLst>
            <pc:docMk/>
            <pc:sldMk cId="1599094855" sldId="480"/>
            <ac:spMk id="4" creationId="{D06E6FA4-0F49-D7E0-C510-E03AC1E15F8D}"/>
          </ac:spMkLst>
        </pc:spChg>
        <pc:spChg chg="mod">
          <ac:chgData name="Robin Furze" userId="dfbe5f81-69a2-4633-bfb0-39631a65aea3" providerId="ADAL" clId="{8AC1D7DA-9D76-42DB-98AF-3A808F73E598}" dt="2026-03-16T07:48:44.261" v="1339" actId="14100"/>
          <ac:spMkLst>
            <pc:docMk/>
            <pc:sldMk cId="1599094855" sldId="480"/>
            <ac:spMk id="8" creationId="{588DFEED-90DD-60C6-282B-BBEB100D11FD}"/>
          </ac:spMkLst>
        </pc:spChg>
        <pc:spChg chg="add mod">
          <ac:chgData name="Robin Furze" userId="dfbe5f81-69a2-4633-bfb0-39631a65aea3" providerId="ADAL" clId="{8AC1D7DA-9D76-42DB-98AF-3A808F73E598}" dt="2026-03-16T08:10:35.216" v="1847" actId="1076"/>
          <ac:spMkLst>
            <pc:docMk/>
            <pc:sldMk cId="1599094855" sldId="480"/>
            <ac:spMk id="14" creationId="{ED01F4A9-0702-2616-F73E-3E1ACB5C66E4}"/>
          </ac:spMkLst>
        </pc:spChg>
        <pc:spChg chg="add mod ord">
          <ac:chgData name="Robin Furze" userId="dfbe5f81-69a2-4633-bfb0-39631a65aea3" providerId="ADAL" clId="{8AC1D7DA-9D76-42DB-98AF-3A808F73E598}" dt="2026-03-16T08:25:02.580" v="2042" actId="167"/>
          <ac:spMkLst>
            <pc:docMk/>
            <pc:sldMk cId="1599094855" sldId="480"/>
            <ac:spMk id="16" creationId="{77226768-6982-78FD-AB29-95EC7C739E40}"/>
          </ac:spMkLst>
        </pc:spChg>
        <pc:picChg chg="add mod">
          <ac:chgData name="Robin Furze" userId="dfbe5f81-69a2-4633-bfb0-39631a65aea3" providerId="ADAL" clId="{8AC1D7DA-9D76-42DB-98AF-3A808F73E598}" dt="2026-03-16T08:06:28.759" v="1687" actId="1037"/>
          <ac:picMkLst>
            <pc:docMk/>
            <pc:sldMk cId="1599094855" sldId="480"/>
            <ac:picMk id="15" creationId="{956011B8-E578-E534-0F46-F2DFC57D613D}"/>
          </ac:picMkLst>
        </pc:picChg>
        <pc:picChg chg="add mod">
          <ac:chgData name="Robin Furze" userId="dfbe5f81-69a2-4633-bfb0-39631a65aea3" providerId="ADAL" clId="{8AC1D7DA-9D76-42DB-98AF-3A808F73E598}" dt="2026-03-16T08:06:04.970" v="1675" actId="1076"/>
          <ac:picMkLst>
            <pc:docMk/>
            <pc:sldMk cId="1599094855" sldId="480"/>
            <ac:picMk id="1028" creationId="{89FD9F63-D729-15B9-E300-F6A5966E4FB3}"/>
          </ac:picMkLst>
        </pc:picChg>
      </pc:sldChg>
      <pc:sldChg chg="modSp mod">
        <pc:chgData name="Robin Furze" userId="dfbe5f81-69a2-4633-bfb0-39631a65aea3" providerId="ADAL" clId="{8AC1D7DA-9D76-42DB-98AF-3A808F73E598}" dt="2026-03-16T07:29:11.204" v="880" actId="1076"/>
        <pc:sldMkLst>
          <pc:docMk/>
          <pc:sldMk cId="2255272513" sldId="487"/>
        </pc:sldMkLst>
        <pc:spChg chg="mod">
          <ac:chgData name="Robin Furze" userId="dfbe5f81-69a2-4633-bfb0-39631a65aea3" providerId="ADAL" clId="{8AC1D7DA-9D76-42DB-98AF-3A808F73E598}" dt="2026-03-16T07:29:11.204" v="880" actId="1076"/>
          <ac:spMkLst>
            <pc:docMk/>
            <pc:sldMk cId="2255272513" sldId="487"/>
            <ac:spMk id="5" creationId="{22CA95AB-E61F-3EF5-235F-5AAE25C5BA1A}"/>
          </ac:spMkLst>
        </pc:spChg>
      </pc:sldChg>
      <pc:sldChg chg="add">
        <pc:chgData name="Robin Furze" userId="dfbe5f81-69a2-4633-bfb0-39631a65aea3" providerId="ADAL" clId="{8AC1D7DA-9D76-42DB-98AF-3A808F73E598}" dt="2026-03-16T07:29:40.136" v="881"/>
        <pc:sldMkLst>
          <pc:docMk/>
          <pc:sldMk cId="3040483783" sldId="488"/>
        </pc:sldMkLst>
      </pc:sldChg>
      <pc:sldChg chg="addSp delSp modSp add mod">
        <pc:chgData name="Robin Furze" userId="dfbe5f81-69a2-4633-bfb0-39631a65aea3" providerId="ADAL" clId="{8AC1D7DA-9D76-42DB-98AF-3A808F73E598}" dt="2026-03-16T09:24:30.464" v="3936" actId="1035"/>
        <pc:sldMkLst>
          <pc:docMk/>
          <pc:sldMk cId="3025418512" sldId="492"/>
        </pc:sldMkLst>
        <pc:spChg chg="mod">
          <ac:chgData name="Robin Furze" userId="dfbe5f81-69a2-4633-bfb0-39631a65aea3" providerId="ADAL" clId="{8AC1D7DA-9D76-42DB-98AF-3A808F73E598}" dt="2026-03-16T09:23:01.521" v="3916" actId="404"/>
          <ac:spMkLst>
            <pc:docMk/>
            <pc:sldMk cId="3025418512" sldId="492"/>
            <ac:spMk id="3" creationId="{B02FB9BC-DBA0-06C6-1D0C-66C11B7075D9}"/>
          </ac:spMkLst>
        </pc:spChg>
        <pc:spChg chg="add mod">
          <ac:chgData name="Robin Furze" userId="dfbe5f81-69a2-4633-bfb0-39631a65aea3" providerId="ADAL" clId="{8AC1D7DA-9D76-42DB-98AF-3A808F73E598}" dt="2026-03-16T09:24:30.464" v="3936" actId="1035"/>
          <ac:spMkLst>
            <pc:docMk/>
            <pc:sldMk cId="3025418512" sldId="492"/>
            <ac:spMk id="9" creationId="{9D9AB653-1641-4446-0EB4-AECDD05093F3}"/>
          </ac:spMkLst>
        </pc:spChg>
        <pc:spChg chg="add mod ord">
          <ac:chgData name="Robin Furze" userId="dfbe5f81-69a2-4633-bfb0-39631a65aea3" providerId="ADAL" clId="{8AC1D7DA-9D76-42DB-98AF-3A808F73E598}" dt="2026-03-16T09:24:13.983" v="3933" actId="14100"/>
          <ac:spMkLst>
            <pc:docMk/>
            <pc:sldMk cId="3025418512" sldId="492"/>
            <ac:spMk id="11" creationId="{3A63FC25-18BB-48FB-8AB3-DA7CA8277889}"/>
          </ac:spMkLst>
        </pc:spChg>
        <pc:spChg chg="add mod">
          <ac:chgData name="Robin Furze" userId="dfbe5f81-69a2-4633-bfb0-39631a65aea3" providerId="ADAL" clId="{8AC1D7DA-9D76-42DB-98AF-3A808F73E598}" dt="2026-03-16T09:24:18.762" v="3934" actId="14100"/>
          <ac:spMkLst>
            <pc:docMk/>
            <pc:sldMk cId="3025418512" sldId="492"/>
            <ac:spMk id="29" creationId="{31A8D80B-12D7-3979-35D3-F469FC3EF08E}"/>
          </ac:spMkLst>
        </pc:spChg>
        <pc:picChg chg="add mod">
          <ac:chgData name="Robin Furze" userId="dfbe5f81-69a2-4633-bfb0-39631a65aea3" providerId="ADAL" clId="{8AC1D7DA-9D76-42DB-98AF-3A808F73E598}" dt="2026-03-16T09:24:10.072" v="3932" actId="1076"/>
          <ac:picMkLst>
            <pc:docMk/>
            <pc:sldMk cId="3025418512" sldId="492"/>
            <ac:picMk id="8" creationId="{8D3A573C-9EA6-E31B-041A-37DBE41F56C6}"/>
          </ac:picMkLst>
        </pc:picChg>
      </pc:sldChg>
      <pc:sldChg chg="addSp delSp modSp add mod">
        <pc:chgData name="Robin Furze" userId="dfbe5f81-69a2-4633-bfb0-39631a65aea3" providerId="ADAL" clId="{8AC1D7DA-9D76-42DB-98AF-3A808F73E598}" dt="2026-03-16T08:25:31.189" v="2050" actId="1076"/>
        <pc:sldMkLst>
          <pc:docMk/>
          <pc:sldMk cId="2299268853" sldId="493"/>
        </pc:sldMkLst>
        <pc:spChg chg="add mod">
          <ac:chgData name="Robin Furze" userId="dfbe5f81-69a2-4633-bfb0-39631a65aea3" providerId="ADAL" clId="{8AC1D7DA-9D76-42DB-98AF-3A808F73E598}" dt="2026-03-16T08:25:31.189" v="2050" actId="1076"/>
          <ac:spMkLst>
            <pc:docMk/>
            <pc:sldMk cId="2299268853" sldId="493"/>
            <ac:spMk id="8" creationId="{2FB5065D-5196-381C-17F6-174BC69E0B50}"/>
          </ac:spMkLst>
        </pc:spChg>
        <pc:spChg chg="add mod ord">
          <ac:chgData name="Robin Furze" userId="dfbe5f81-69a2-4633-bfb0-39631a65aea3" providerId="ADAL" clId="{8AC1D7DA-9D76-42DB-98AF-3A808F73E598}" dt="2026-03-16T08:25:31.189" v="2050" actId="1076"/>
          <ac:spMkLst>
            <pc:docMk/>
            <pc:sldMk cId="2299268853" sldId="493"/>
            <ac:spMk id="9" creationId="{6F009D91-D3BE-7859-30B1-3561FC238811}"/>
          </ac:spMkLst>
        </pc:spChg>
        <pc:graphicFrameChg chg="modGraphic">
          <ac:chgData name="Robin Furze" userId="dfbe5f81-69a2-4633-bfb0-39631a65aea3" providerId="ADAL" clId="{8AC1D7DA-9D76-42DB-98AF-3A808F73E598}" dt="2026-03-16T08:23:42.804" v="2022" actId="20577"/>
          <ac:graphicFrameMkLst>
            <pc:docMk/>
            <pc:sldMk cId="2299268853" sldId="493"/>
            <ac:graphicFrameMk id="4" creationId="{4CE0ADAF-6FA7-95DF-818F-2AA5FB09BBE4}"/>
          </ac:graphicFrameMkLst>
        </pc:graphicFrameChg>
        <pc:picChg chg="add mod">
          <ac:chgData name="Robin Furze" userId="dfbe5f81-69a2-4633-bfb0-39631a65aea3" providerId="ADAL" clId="{8AC1D7DA-9D76-42DB-98AF-3A808F73E598}" dt="2026-03-16T08:25:25.767" v="2049" actId="1038"/>
          <ac:picMkLst>
            <pc:docMk/>
            <pc:sldMk cId="2299268853" sldId="493"/>
            <ac:picMk id="3076" creationId="{17F2E57F-4CC9-E65E-CE15-E6F4082B95BC}"/>
          </ac:picMkLst>
        </pc:picChg>
      </pc:sldChg>
      <pc:sldChg chg="addSp delSp modSp add mod ord">
        <pc:chgData name="Robin Furze" userId="dfbe5f81-69a2-4633-bfb0-39631a65aea3" providerId="ADAL" clId="{8AC1D7DA-9D76-42DB-98AF-3A808F73E598}" dt="2026-03-16T09:23:26.480" v="3922" actId="478"/>
        <pc:sldMkLst>
          <pc:docMk/>
          <pc:sldMk cId="2756587157" sldId="494"/>
        </pc:sldMkLst>
        <pc:spChg chg="mod">
          <ac:chgData name="Robin Furze" userId="dfbe5f81-69a2-4633-bfb0-39631a65aea3" providerId="ADAL" clId="{8AC1D7DA-9D76-42DB-98AF-3A808F73E598}" dt="2026-03-16T08:23:57.803" v="2027" actId="1076"/>
          <ac:spMkLst>
            <pc:docMk/>
            <pc:sldMk cId="2756587157" sldId="494"/>
            <ac:spMk id="3" creationId="{A8E4F57C-409E-2091-EE57-006490B799A5}"/>
          </ac:spMkLst>
        </pc:spChg>
        <pc:spChg chg="add mod">
          <ac:chgData name="Robin Furze" userId="dfbe5f81-69a2-4633-bfb0-39631a65aea3" providerId="ADAL" clId="{8AC1D7DA-9D76-42DB-98AF-3A808F73E598}" dt="2026-03-16T08:24:06.378" v="2028" actId="1076"/>
          <ac:spMkLst>
            <pc:docMk/>
            <pc:sldMk cId="2756587157" sldId="494"/>
            <ac:spMk id="7" creationId="{05837157-8AA2-22EF-CB7A-195BC8DE1890}"/>
          </ac:spMkLst>
        </pc:spChg>
        <pc:spChg chg="mod">
          <ac:chgData name="Robin Furze" userId="dfbe5f81-69a2-4633-bfb0-39631a65aea3" providerId="ADAL" clId="{8AC1D7DA-9D76-42DB-98AF-3A808F73E598}" dt="2026-03-16T09:23:24.051" v="3921" actId="1076"/>
          <ac:spMkLst>
            <pc:docMk/>
            <pc:sldMk cId="2756587157" sldId="494"/>
            <ac:spMk id="8" creationId="{D8913172-7604-3FF2-C661-AB9501BCB69B}"/>
          </ac:spMkLst>
        </pc:spChg>
        <pc:spChg chg="add mod ord">
          <ac:chgData name="Robin Furze" userId="dfbe5f81-69a2-4633-bfb0-39631a65aea3" providerId="ADAL" clId="{8AC1D7DA-9D76-42DB-98AF-3A808F73E598}" dt="2026-03-16T08:24:38.238" v="2033" actId="207"/>
          <ac:spMkLst>
            <pc:docMk/>
            <pc:sldMk cId="2756587157" sldId="494"/>
            <ac:spMk id="9" creationId="{2F8A3A8E-C7E1-003D-06E3-FEF3ADD93714}"/>
          </ac:spMkLst>
        </pc:spChg>
        <pc:picChg chg="mod">
          <ac:chgData name="Robin Furze" userId="dfbe5f81-69a2-4633-bfb0-39631a65aea3" providerId="ADAL" clId="{8AC1D7DA-9D76-42DB-98AF-3A808F73E598}" dt="2026-03-16T08:24:43.120" v="2036" actId="1038"/>
          <ac:picMkLst>
            <pc:docMk/>
            <pc:sldMk cId="2756587157" sldId="494"/>
            <ac:picMk id="3076" creationId="{B5BC5B04-F653-C4B5-F640-98391F945639}"/>
          </ac:picMkLst>
        </pc:picChg>
      </pc:sldChg>
    </pc:docChg>
  </pc:docChgLst>
  <pc:docChgLst>
    <pc:chgData name="Robin Furze" userId="dfbe5f81-69a2-4633-bfb0-39631a65aea3" providerId="ADAL" clId="{D402B9AC-1FB8-42E7-8A07-C126CB87728F}"/>
    <pc:docChg chg="undo redo custSel addSld delSld modSld sldOrd modSection">
      <pc:chgData name="Robin Furze" userId="dfbe5f81-69a2-4633-bfb0-39631a65aea3" providerId="ADAL" clId="{D402B9AC-1FB8-42E7-8A07-C126CB87728F}" dt="2026-03-16T15:57:01.010" v="2152" actId="6549"/>
      <pc:docMkLst>
        <pc:docMk/>
      </pc:docMkLst>
      <pc:sldChg chg="modSp mod">
        <pc:chgData name="Robin Furze" userId="dfbe5f81-69a2-4633-bfb0-39631a65aea3" providerId="ADAL" clId="{D402B9AC-1FB8-42E7-8A07-C126CB87728F}" dt="2026-03-16T14:50:51.294" v="1207" actId="1076"/>
        <pc:sldMkLst>
          <pc:docMk/>
          <pc:sldMk cId="625655682" sldId="370"/>
        </pc:sldMkLst>
        <pc:spChg chg="mod">
          <ac:chgData name="Robin Furze" userId="dfbe5f81-69a2-4633-bfb0-39631a65aea3" providerId="ADAL" clId="{D402B9AC-1FB8-42E7-8A07-C126CB87728F}" dt="2026-03-16T14:50:32.854" v="1203" actId="1076"/>
          <ac:spMkLst>
            <pc:docMk/>
            <pc:sldMk cId="625655682" sldId="370"/>
            <ac:spMk id="2" creationId="{24BB4DFF-5F6F-7698-E770-46A61B45E290}"/>
          </ac:spMkLst>
        </pc:spChg>
        <pc:spChg chg="mod">
          <ac:chgData name="Robin Furze" userId="dfbe5f81-69a2-4633-bfb0-39631a65aea3" providerId="ADAL" clId="{D402B9AC-1FB8-42E7-8A07-C126CB87728F}" dt="2026-03-16T14:50:51.294" v="1207" actId="1076"/>
          <ac:spMkLst>
            <pc:docMk/>
            <pc:sldMk cId="625655682" sldId="370"/>
            <ac:spMk id="6" creationId="{00976FC0-352C-3D8B-A5CF-50E04DC05948}"/>
          </ac:spMkLst>
        </pc:spChg>
        <pc:spChg chg="mod">
          <ac:chgData name="Robin Furze" userId="dfbe5f81-69a2-4633-bfb0-39631a65aea3" providerId="ADAL" clId="{D402B9AC-1FB8-42E7-8A07-C126CB87728F}" dt="2026-03-16T14:50:38.495" v="1205" actId="255"/>
          <ac:spMkLst>
            <pc:docMk/>
            <pc:sldMk cId="625655682" sldId="370"/>
            <ac:spMk id="9" creationId="{A0D524ED-1F2B-C8D6-9055-22BF687E916B}"/>
          </ac:spMkLst>
        </pc:spChg>
      </pc:sldChg>
      <pc:sldChg chg="modSp mod">
        <pc:chgData name="Robin Furze" userId="dfbe5f81-69a2-4633-bfb0-39631a65aea3" providerId="ADAL" clId="{D402B9AC-1FB8-42E7-8A07-C126CB87728F}" dt="2026-03-16T14:51:27.987" v="1215" actId="1076"/>
        <pc:sldMkLst>
          <pc:docMk/>
          <pc:sldMk cId="273688982" sldId="373"/>
        </pc:sldMkLst>
        <pc:spChg chg="mod">
          <ac:chgData name="Robin Furze" userId="dfbe5f81-69a2-4633-bfb0-39631a65aea3" providerId="ADAL" clId="{D402B9AC-1FB8-42E7-8A07-C126CB87728F}" dt="2026-03-16T14:51:27.987" v="1215" actId="1076"/>
          <ac:spMkLst>
            <pc:docMk/>
            <pc:sldMk cId="273688982" sldId="373"/>
            <ac:spMk id="4" creationId="{7D460F07-EAD6-5984-8BC3-AE647D231952}"/>
          </ac:spMkLst>
        </pc:spChg>
      </pc:sldChg>
      <pc:sldChg chg="addSp delSp modSp mod">
        <pc:chgData name="Robin Furze" userId="dfbe5f81-69a2-4633-bfb0-39631a65aea3" providerId="ADAL" clId="{D402B9AC-1FB8-42E7-8A07-C126CB87728F}" dt="2026-03-16T15:44:03.062" v="1735" actId="20577"/>
        <pc:sldMkLst>
          <pc:docMk/>
          <pc:sldMk cId="1036712127" sldId="394"/>
        </pc:sldMkLst>
        <pc:spChg chg="add mod">
          <ac:chgData name="Robin Furze" userId="dfbe5f81-69a2-4633-bfb0-39631a65aea3" providerId="ADAL" clId="{D402B9AC-1FB8-42E7-8A07-C126CB87728F}" dt="2026-03-16T15:44:03.062" v="1735" actId="20577"/>
          <ac:spMkLst>
            <pc:docMk/>
            <pc:sldMk cId="1036712127" sldId="394"/>
            <ac:spMk id="2" creationId="{9BB4E2E7-2939-3A15-FB5B-377B46C0E6D4}"/>
          </ac:spMkLst>
        </pc:spChg>
        <pc:picChg chg="add mod">
          <ac:chgData name="Robin Furze" userId="dfbe5f81-69a2-4633-bfb0-39631a65aea3" providerId="ADAL" clId="{D402B9AC-1FB8-42E7-8A07-C126CB87728F}" dt="2026-03-16T15:42:51.188" v="1569" actId="1076"/>
          <ac:picMkLst>
            <pc:docMk/>
            <pc:sldMk cId="1036712127" sldId="394"/>
            <ac:picMk id="2050" creationId="{59E2E0ED-C6B2-DFC1-AC8A-66A9A4D8357C}"/>
          </ac:picMkLst>
        </pc:picChg>
      </pc:sldChg>
      <pc:sldChg chg="modSp mod">
        <pc:chgData name="Robin Furze" userId="dfbe5f81-69a2-4633-bfb0-39631a65aea3" providerId="ADAL" clId="{D402B9AC-1FB8-42E7-8A07-C126CB87728F}" dt="2026-03-16T15:48:32.286" v="1765" actId="20577"/>
        <pc:sldMkLst>
          <pc:docMk/>
          <pc:sldMk cId="1170131854" sldId="396"/>
        </pc:sldMkLst>
        <pc:spChg chg="mod">
          <ac:chgData name="Robin Furze" userId="dfbe5f81-69a2-4633-bfb0-39631a65aea3" providerId="ADAL" clId="{D402B9AC-1FB8-42E7-8A07-C126CB87728F}" dt="2026-03-16T15:48:32.286" v="1765" actId="20577"/>
          <ac:spMkLst>
            <pc:docMk/>
            <pc:sldMk cId="1170131854" sldId="396"/>
            <ac:spMk id="11" creationId="{3E70E850-5DB3-0DD8-6A0B-4D9FB5EF428B}"/>
          </ac:spMkLst>
        </pc:spChg>
        <pc:graphicFrameChg chg="modGraphic">
          <ac:chgData name="Robin Furze" userId="dfbe5f81-69a2-4633-bfb0-39631a65aea3" providerId="ADAL" clId="{D402B9AC-1FB8-42E7-8A07-C126CB87728F}" dt="2026-03-16T15:47:49.330" v="1755" actId="20577"/>
          <ac:graphicFrameMkLst>
            <pc:docMk/>
            <pc:sldMk cId="1170131854" sldId="396"/>
            <ac:graphicFrameMk id="6" creationId="{1E50E339-8CA2-234D-829A-73715648D2E6}"/>
          </ac:graphicFrameMkLst>
        </pc:graphicFrameChg>
      </pc:sldChg>
      <pc:sldChg chg="modSp mod modNotesTx">
        <pc:chgData name="Robin Furze" userId="dfbe5f81-69a2-4633-bfb0-39631a65aea3" providerId="ADAL" clId="{D402B9AC-1FB8-42E7-8A07-C126CB87728F}" dt="2026-03-16T15:56:37.428" v="2149" actId="6549"/>
        <pc:sldMkLst>
          <pc:docMk/>
          <pc:sldMk cId="1937888669" sldId="416"/>
        </pc:sldMkLst>
        <pc:spChg chg="mod">
          <ac:chgData name="Robin Furze" userId="dfbe5f81-69a2-4633-bfb0-39631a65aea3" providerId="ADAL" clId="{D402B9AC-1FB8-42E7-8A07-C126CB87728F}" dt="2026-03-16T13:39:29.552" v="1192" actId="113"/>
          <ac:spMkLst>
            <pc:docMk/>
            <pc:sldMk cId="1937888669" sldId="416"/>
            <ac:spMk id="3" creationId="{4C4593A1-1A8D-D9C7-DCEA-8D51480B1D2C}"/>
          </ac:spMkLst>
        </pc:spChg>
      </pc:sldChg>
      <pc:sldChg chg="modSp mod">
        <pc:chgData name="Robin Furze" userId="dfbe5f81-69a2-4633-bfb0-39631a65aea3" providerId="ADAL" clId="{D402B9AC-1FB8-42E7-8A07-C126CB87728F}" dt="2026-03-16T15:56:28.835" v="2148" actId="1076"/>
        <pc:sldMkLst>
          <pc:docMk/>
          <pc:sldMk cId="3954312892" sldId="459"/>
        </pc:sldMkLst>
        <pc:spChg chg="mod">
          <ac:chgData name="Robin Furze" userId="dfbe5f81-69a2-4633-bfb0-39631a65aea3" providerId="ADAL" clId="{D402B9AC-1FB8-42E7-8A07-C126CB87728F}" dt="2026-03-16T15:56:28.835" v="2148" actId="1076"/>
          <ac:spMkLst>
            <pc:docMk/>
            <pc:sldMk cId="3954312892" sldId="459"/>
            <ac:spMk id="5" creationId="{E8DD1EF0-B7CE-B527-3717-3906F7672A4E}"/>
          </ac:spMkLst>
        </pc:spChg>
      </pc:sldChg>
      <pc:sldChg chg="modSp mod">
        <pc:chgData name="Robin Furze" userId="dfbe5f81-69a2-4633-bfb0-39631a65aea3" providerId="ADAL" clId="{D402B9AC-1FB8-42E7-8A07-C126CB87728F}" dt="2026-03-16T14:52:05.004" v="1219" actId="1076"/>
        <pc:sldMkLst>
          <pc:docMk/>
          <pc:sldMk cId="1599094855" sldId="480"/>
        </pc:sldMkLst>
        <pc:spChg chg="mod">
          <ac:chgData name="Robin Furze" userId="dfbe5f81-69a2-4633-bfb0-39631a65aea3" providerId="ADAL" clId="{D402B9AC-1FB8-42E7-8A07-C126CB87728F}" dt="2026-03-16T14:52:05.004" v="1219" actId="1076"/>
          <ac:spMkLst>
            <pc:docMk/>
            <pc:sldMk cId="1599094855" sldId="480"/>
            <ac:spMk id="8" creationId="{588DFEED-90DD-60C6-282B-BBEB100D11FD}"/>
          </ac:spMkLst>
        </pc:spChg>
      </pc:sldChg>
      <pc:sldChg chg="modSp mod">
        <pc:chgData name="Robin Furze" userId="dfbe5f81-69a2-4633-bfb0-39631a65aea3" providerId="ADAL" clId="{D402B9AC-1FB8-42E7-8A07-C126CB87728F}" dt="2026-03-16T14:51:09.366" v="1210" actId="1076"/>
        <pc:sldMkLst>
          <pc:docMk/>
          <pc:sldMk cId="3040483783" sldId="488"/>
        </pc:sldMkLst>
        <pc:spChg chg="mod">
          <ac:chgData name="Robin Furze" userId="dfbe5f81-69a2-4633-bfb0-39631a65aea3" providerId="ADAL" clId="{D402B9AC-1FB8-42E7-8A07-C126CB87728F}" dt="2026-03-16T14:51:09.366" v="1210" actId="1076"/>
          <ac:spMkLst>
            <pc:docMk/>
            <pc:sldMk cId="3040483783" sldId="488"/>
            <ac:spMk id="6" creationId="{B7818E32-AD4C-6842-C746-67D9E4A2239D}"/>
          </ac:spMkLst>
        </pc:spChg>
      </pc:sldChg>
      <pc:sldChg chg="modSp mod modNotesTx">
        <pc:chgData name="Robin Furze" userId="dfbe5f81-69a2-4633-bfb0-39631a65aea3" providerId="ADAL" clId="{D402B9AC-1FB8-42E7-8A07-C126CB87728F}" dt="2026-03-16T15:56:57.835" v="2151" actId="6549"/>
        <pc:sldMkLst>
          <pc:docMk/>
          <pc:sldMk cId="3025418512" sldId="492"/>
        </pc:sldMkLst>
        <pc:spChg chg="mod">
          <ac:chgData name="Robin Furze" userId="dfbe5f81-69a2-4633-bfb0-39631a65aea3" providerId="ADAL" clId="{D402B9AC-1FB8-42E7-8A07-C126CB87728F}" dt="2026-03-16T13:39:36.684" v="1195" actId="113"/>
          <ac:spMkLst>
            <pc:docMk/>
            <pc:sldMk cId="3025418512" sldId="492"/>
            <ac:spMk id="3" creationId="{B02FB9BC-DBA0-06C6-1D0C-66C11B7075D9}"/>
          </ac:spMkLst>
        </pc:spChg>
      </pc:sldChg>
      <pc:sldChg chg="addSp delSp modSp add mod ord modNotesTx">
        <pc:chgData name="Robin Furze" userId="dfbe5f81-69a2-4633-bfb0-39631a65aea3" providerId="ADAL" clId="{D402B9AC-1FB8-42E7-8A07-C126CB87728F}" dt="2026-03-16T15:56:53.045" v="2150" actId="6549"/>
        <pc:sldMkLst>
          <pc:docMk/>
          <pc:sldMk cId="4208916887" sldId="495"/>
        </pc:sldMkLst>
        <pc:spChg chg="add mod">
          <ac:chgData name="Robin Furze" userId="dfbe5f81-69a2-4633-bfb0-39631a65aea3" providerId="ADAL" clId="{D402B9AC-1FB8-42E7-8A07-C126CB87728F}" dt="2026-03-16T14:53:12.021" v="1352" actId="1076"/>
          <ac:spMkLst>
            <pc:docMk/>
            <pc:sldMk cId="4208916887" sldId="495"/>
            <ac:spMk id="2" creationId="{8F844F47-F2A8-F70D-04BD-99A17ABBED5C}"/>
          </ac:spMkLst>
        </pc:spChg>
        <pc:spChg chg="mod">
          <ac:chgData name="Robin Furze" userId="dfbe5f81-69a2-4633-bfb0-39631a65aea3" providerId="ADAL" clId="{D402B9AC-1FB8-42E7-8A07-C126CB87728F}" dt="2026-03-16T13:39:18.721" v="1189" actId="113"/>
          <ac:spMkLst>
            <pc:docMk/>
            <pc:sldMk cId="4208916887" sldId="495"/>
            <ac:spMk id="3" creationId="{261A294C-F91F-7153-49FF-3BA574E588A3}"/>
          </ac:spMkLst>
        </pc:spChg>
        <pc:spChg chg="mod">
          <ac:chgData name="Robin Furze" userId="dfbe5f81-69a2-4633-bfb0-39631a65aea3" providerId="ADAL" clId="{D402B9AC-1FB8-42E7-8A07-C126CB87728F}" dt="2026-03-16T13:39:10.831" v="1186" actId="1076"/>
          <ac:spMkLst>
            <pc:docMk/>
            <pc:sldMk cId="4208916887" sldId="495"/>
            <ac:spMk id="9" creationId="{BD111F46-DEC8-5D84-6F47-0341403BE757}"/>
          </ac:spMkLst>
        </pc:spChg>
        <pc:spChg chg="mod">
          <ac:chgData name="Robin Furze" userId="dfbe5f81-69a2-4633-bfb0-39631a65aea3" providerId="ADAL" clId="{D402B9AC-1FB8-42E7-8A07-C126CB87728F}" dt="2026-03-16T13:38:35.830" v="1173" actId="14100"/>
          <ac:spMkLst>
            <pc:docMk/>
            <pc:sldMk cId="4208916887" sldId="495"/>
            <ac:spMk id="11" creationId="{326E51C4-ABC2-6630-74F6-3C5D795A6211}"/>
          </ac:spMkLst>
        </pc:spChg>
        <pc:spChg chg="add del mod">
          <ac:chgData name="Robin Furze" userId="dfbe5f81-69a2-4633-bfb0-39631a65aea3" providerId="ADAL" clId="{D402B9AC-1FB8-42E7-8A07-C126CB87728F}" dt="2026-03-16T13:38:38.424" v="1174" actId="14100"/>
          <ac:spMkLst>
            <pc:docMk/>
            <pc:sldMk cId="4208916887" sldId="495"/>
            <ac:spMk id="29" creationId="{869136A5-13B7-8A1A-9499-734CCC4DEC3F}"/>
          </ac:spMkLst>
        </pc:spChg>
        <pc:picChg chg="add mod">
          <ac:chgData name="Robin Furze" userId="dfbe5f81-69a2-4633-bfb0-39631a65aea3" providerId="ADAL" clId="{D402B9AC-1FB8-42E7-8A07-C126CB87728F}" dt="2026-03-16T14:50:26.229" v="1202" actId="1076"/>
          <ac:picMkLst>
            <pc:docMk/>
            <pc:sldMk cId="4208916887" sldId="495"/>
            <ac:picMk id="1026" creationId="{5F8D7ECA-07A1-25B4-8B86-8F3696286601}"/>
          </ac:picMkLst>
        </pc:picChg>
      </pc:sldChg>
      <pc:sldChg chg="addSp delSp modSp add mod modNotesTx">
        <pc:chgData name="Robin Furze" userId="dfbe5f81-69a2-4633-bfb0-39631a65aea3" providerId="ADAL" clId="{D402B9AC-1FB8-42E7-8A07-C126CB87728F}" dt="2026-03-16T15:57:01.010" v="2152" actId="6549"/>
        <pc:sldMkLst>
          <pc:docMk/>
          <pc:sldMk cId="2674638967" sldId="496"/>
        </pc:sldMkLst>
        <pc:spChg chg="add mod">
          <ac:chgData name="Robin Furze" userId="dfbe5f81-69a2-4633-bfb0-39631a65aea3" providerId="ADAL" clId="{D402B9AC-1FB8-42E7-8A07-C126CB87728F}" dt="2026-03-16T15:40:57.152" v="1561" actId="6549"/>
          <ac:spMkLst>
            <pc:docMk/>
            <pc:sldMk cId="2674638967" sldId="496"/>
            <ac:spMk id="5" creationId="{90AA3A88-765D-625B-EF5C-4A5BE02B7D7D}"/>
          </ac:spMkLst>
        </pc:spChg>
      </pc:sldChg>
    </pc:docChg>
  </pc:docChgLst>
  <pc:docChgLst>
    <pc:chgData name="Joshua Montgomery" userId="f058e946-7618-46df-b669-9df5e3fb6baf" providerId="ADAL" clId="{D645D2AA-A275-4559-A5C0-C8AEFF619BA5}"/>
    <pc:docChg chg="undo custSel addSld delSld modSld sldOrd delMainMaster addSection delSection modSection">
      <pc:chgData name="Joshua Montgomery" userId="f058e946-7618-46df-b669-9df5e3fb6baf" providerId="ADAL" clId="{D645D2AA-A275-4559-A5C0-C8AEFF619BA5}" dt="2026-03-19T08:16:52.209" v="717" actId="113"/>
      <pc:docMkLst>
        <pc:docMk/>
      </pc:docMkLst>
      <pc:sldChg chg="add">
        <pc:chgData name="Joshua Montgomery" userId="f058e946-7618-46df-b669-9df5e3fb6baf" providerId="ADAL" clId="{D645D2AA-A275-4559-A5C0-C8AEFF619BA5}" dt="2026-03-06T12:50:27.405" v="43"/>
        <pc:sldMkLst>
          <pc:docMk/>
          <pc:sldMk cId="744584692" sldId="259"/>
        </pc:sldMkLst>
      </pc:sldChg>
      <pc:sldChg chg="modSp add del">
        <pc:chgData name="Joshua Montgomery" userId="f058e946-7618-46df-b669-9df5e3fb6baf" providerId="ADAL" clId="{D645D2AA-A275-4559-A5C0-C8AEFF619BA5}" dt="2026-03-19T08:16:16.192" v="703" actId="20577"/>
        <pc:sldMkLst>
          <pc:docMk/>
          <pc:sldMk cId="625655682" sldId="370"/>
        </pc:sldMkLst>
        <pc:spChg chg="mod">
          <ac:chgData name="Joshua Montgomery" userId="f058e946-7618-46df-b669-9df5e3fb6baf" providerId="ADAL" clId="{D645D2AA-A275-4559-A5C0-C8AEFF619BA5}" dt="2026-03-19T08:16:16.192" v="703" actId="20577"/>
          <ac:spMkLst>
            <pc:docMk/>
            <pc:sldMk cId="625655682" sldId="370"/>
            <ac:spMk id="2" creationId="{24BB4DFF-5F6F-7698-E770-46A61B45E290}"/>
          </ac:spMkLst>
        </pc:spChg>
      </pc:sldChg>
      <pc:sldChg chg="add del">
        <pc:chgData name="Joshua Montgomery" userId="f058e946-7618-46df-b669-9df5e3fb6baf" providerId="ADAL" clId="{D645D2AA-A275-4559-A5C0-C8AEFF619BA5}" dt="2026-03-12T11:14:07.011" v="684"/>
        <pc:sldMkLst>
          <pc:docMk/>
          <pc:sldMk cId="273688982" sldId="373"/>
        </pc:sldMkLst>
      </pc:sldChg>
      <pc:sldChg chg="modSp add del">
        <pc:chgData name="Joshua Montgomery" userId="f058e946-7618-46df-b669-9df5e3fb6baf" providerId="ADAL" clId="{D645D2AA-A275-4559-A5C0-C8AEFF619BA5}" dt="2026-03-19T08:16:44.639" v="714" actId="20577"/>
        <pc:sldMkLst>
          <pc:docMk/>
          <pc:sldMk cId="1036712127" sldId="394"/>
        </pc:sldMkLst>
        <pc:spChg chg="mod">
          <ac:chgData name="Joshua Montgomery" userId="f058e946-7618-46df-b669-9df5e3fb6baf" providerId="ADAL" clId="{D645D2AA-A275-4559-A5C0-C8AEFF619BA5}" dt="2026-03-19T08:16:44.639" v="714" actId="20577"/>
          <ac:spMkLst>
            <pc:docMk/>
            <pc:sldMk cId="1036712127" sldId="394"/>
            <ac:spMk id="2" creationId="{9BB4E2E7-2939-3A15-FB5B-377B46C0E6D4}"/>
          </ac:spMkLst>
        </pc:spChg>
      </pc:sldChg>
      <pc:sldChg chg="modSp add del mod">
        <pc:chgData name="Joshua Montgomery" userId="f058e946-7618-46df-b669-9df5e3fb6baf" providerId="ADAL" clId="{D645D2AA-A275-4559-A5C0-C8AEFF619BA5}" dt="2026-03-19T08:16:52.209" v="717" actId="113"/>
        <pc:sldMkLst>
          <pc:docMk/>
          <pc:sldMk cId="1170131854" sldId="396"/>
        </pc:sldMkLst>
        <pc:spChg chg="mod">
          <ac:chgData name="Joshua Montgomery" userId="f058e946-7618-46df-b669-9df5e3fb6baf" providerId="ADAL" clId="{D645D2AA-A275-4559-A5C0-C8AEFF619BA5}" dt="2026-03-19T08:16:52.209" v="717" actId="113"/>
          <ac:spMkLst>
            <pc:docMk/>
            <pc:sldMk cId="1170131854" sldId="396"/>
            <ac:spMk id="10" creationId="{387DB856-798C-0232-57FA-F3A3494AB2A8}"/>
          </ac:spMkLst>
        </pc:spChg>
      </pc:sldChg>
      <pc:sldChg chg="modSp add del mod">
        <pc:chgData name="Joshua Montgomery" userId="f058e946-7618-46df-b669-9df5e3fb6baf" providerId="ADAL" clId="{D645D2AA-A275-4559-A5C0-C8AEFF619BA5}" dt="2026-03-19T08:14:46.277" v="694" actId="14100"/>
        <pc:sldMkLst>
          <pc:docMk/>
          <pc:sldMk cId="1937888669" sldId="416"/>
        </pc:sldMkLst>
        <pc:spChg chg="mod">
          <ac:chgData name="Joshua Montgomery" userId="f058e946-7618-46df-b669-9df5e3fb6baf" providerId="ADAL" clId="{D645D2AA-A275-4559-A5C0-C8AEFF619BA5}" dt="2026-03-19T08:14:46.277" v="694" actId="14100"/>
          <ac:spMkLst>
            <pc:docMk/>
            <pc:sldMk cId="1937888669" sldId="416"/>
            <ac:spMk id="5" creationId="{67A979BF-D9F2-F9CA-06BD-66F7B058D0A8}"/>
          </ac:spMkLst>
        </pc:spChg>
      </pc:sldChg>
      <pc:sldChg chg="add del">
        <pc:chgData name="Joshua Montgomery" userId="f058e946-7618-46df-b669-9df5e3fb6baf" providerId="ADAL" clId="{D645D2AA-A275-4559-A5C0-C8AEFF619BA5}" dt="2026-03-12T11:14:07.011" v="684"/>
        <pc:sldMkLst>
          <pc:docMk/>
          <pc:sldMk cId="3954312892" sldId="459"/>
        </pc:sldMkLst>
      </pc:sldChg>
      <pc:sldChg chg="modSp add del mod">
        <pc:chgData name="Joshua Montgomery" userId="f058e946-7618-46df-b669-9df5e3fb6baf" providerId="ADAL" clId="{D645D2AA-A275-4559-A5C0-C8AEFF619BA5}" dt="2026-03-19T08:16:11.606" v="700" actId="20577"/>
        <pc:sldMkLst>
          <pc:docMk/>
          <pc:sldMk cId="1599094855" sldId="480"/>
        </pc:sldMkLst>
        <pc:spChg chg="mod">
          <ac:chgData name="Joshua Montgomery" userId="f058e946-7618-46df-b669-9df5e3fb6baf" providerId="ADAL" clId="{D645D2AA-A275-4559-A5C0-C8AEFF619BA5}" dt="2026-03-19T08:16:11.606" v="700" actId="20577"/>
          <ac:spMkLst>
            <pc:docMk/>
            <pc:sldMk cId="1599094855" sldId="480"/>
            <ac:spMk id="14" creationId="{ED01F4A9-0702-2616-F73E-3E1ACB5C66E4}"/>
          </ac:spMkLst>
        </pc:spChg>
      </pc:sldChg>
      <pc:sldChg chg="modSp add del mod">
        <pc:chgData name="Joshua Montgomery" userId="f058e946-7618-46df-b669-9df5e3fb6baf" providerId="ADAL" clId="{D645D2AA-A275-4559-A5C0-C8AEFF619BA5}" dt="2026-03-12T11:14:07.011" v="684"/>
        <pc:sldMkLst>
          <pc:docMk/>
          <pc:sldMk cId="3469532379" sldId="483"/>
        </pc:sldMkLst>
        <pc:spChg chg="mod">
          <ac:chgData name="Joshua Montgomery" userId="f058e946-7618-46df-b669-9df5e3fb6baf" providerId="ADAL" clId="{D645D2AA-A275-4559-A5C0-C8AEFF619BA5}" dt="2026-03-06T13:11:39.853" v="474" actId="20577"/>
          <ac:spMkLst>
            <pc:docMk/>
            <pc:sldMk cId="3469532379" sldId="483"/>
            <ac:spMk id="4" creationId="{D9F1420E-847F-3828-7208-38AEBAFA15BB}"/>
          </ac:spMkLst>
        </pc:spChg>
      </pc:sldChg>
      <pc:sldChg chg="modSp add del mod">
        <pc:chgData name="Joshua Montgomery" userId="f058e946-7618-46df-b669-9df5e3fb6baf" providerId="ADAL" clId="{D645D2AA-A275-4559-A5C0-C8AEFF619BA5}" dt="2026-03-12T11:14:07.011" v="684"/>
        <pc:sldMkLst>
          <pc:docMk/>
          <pc:sldMk cId="1996798756" sldId="484"/>
        </pc:sldMkLst>
        <pc:spChg chg="mod">
          <ac:chgData name="Joshua Montgomery" userId="f058e946-7618-46df-b669-9df5e3fb6baf" providerId="ADAL" clId="{D645D2AA-A275-4559-A5C0-C8AEFF619BA5}" dt="2026-03-06T13:11:18.831" v="445" actId="20577"/>
          <ac:spMkLst>
            <pc:docMk/>
            <pc:sldMk cId="1996798756" sldId="484"/>
            <ac:spMk id="4" creationId="{8B79D0C4-64F7-1C32-70EE-6C6FFD9C964B}"/>
          </ac:spMkLst>
        </pc:spChg>
        <pc:spChg chg="mod">
          <ac:chgData name="Joshua Montgomery" userId="f058e946-7618-46df-b669-9df5e3fb6baf" providerId="ADAL" clId="{D645D2AA-A275-4559-A5C0-C8AEFF619BA5}" dt="2026-03-06T13:11:30.846" v="473" actId="313"/>
          <ac:spMkLst>
            <pc:docMk/>
            <pc:sldMk cId="1996798756" sldId="484"/>
            <ac:spMk id="5" creationId="{6CCD95AC-A49C-DFCA-BF3A-2932D3385588}"/>
          </ac:spMkLst>
        </pc:spChg>
      </pc:sldChg>
      <pc:sldChg chg="add">
        <pc:chgData name="Joshua Montgomery" userId="f058e946-7618-46df-b669-9df5e3fb6baf" providerId="ADAL" clId="{D645D2AA-A275-4559-A5C0-C8AEFF619BA5}" dt="2026-03-12T11:09:26.305" v="673"/>
        <pc:sldMkLst>
          <pc:docMk/>
          <pc:sldMk cId="2255272513" sldId="487"/>
        </pc:sldMkLst>
      </pc:sldChg>
      <pc:sldChg chg="add del">
        <pc:chgData name="Joshua Montgomery" userId="f058e946-7618-46df-b669-9df5e3fb6baf" providerId="ADAL" clId="{D645D2AA-A275-4559-A5C0-C8AEFF619BA5}" dt="2026-03-12T11:14:07.011" v="684"/>
        <pc:sldMkLst>
          <pc:docMk/>
          <pc:sldMk cId="2861801201" sldId="491"/>
        </pc:sldMkLst>
      </pc:sldChg>
      <pc:sldChg chg="modSp">
        <pc:chgData name="Joshua Montgomery" userId="f058e946-7618-46df-b669-9df5e3fb6baf" providerId="ADAL" clId="{D645D2AA-A275-4559-A5C0-C8AEFF619BA5}" dt="2026-03-19T08:16:19.582" v="706" actId="20577"/>
        <pc:sldMkLst>
          <pc:docMk/>
          <pc:sldMk cId="2756587157" sldId="494"/>
        </pc:sldMkLst>
        <pc:spChg chg="mod">
          <ac:chgData name="Joshua Montgomery" userId="f058e946-7618-46df-b669-9df5e3fb6baf" providerId="ADAL" clId="{D645D2AA-A275-4559-A5C0-C8AEFF619BA5}" dt="2026-03-19T08:16:19.582" v="706" actId="20577"/>
          <ac:spMkLst>
            <pc:docMk/>
            <pc:sldMk cId="2756587157" sldId="494"/>
            <ac:spMk id="7" creationId="{05837157-8AA2-22EF-CB7A-195BC8DE1890}"/>
          </ac:spMkLst>
        </pc:spChg>
      </pc:sldChg>
      <pc:sldChg chg="modSp mod">
        <pc:chgData name="Joshua Montgomery" userId="f058e946-7618-46df-b669-9df5e3fb6baf" providerId="ADAL" clId="{D645D2AA-A275-4559-A5C0-C8AEFF619BA5}" dt="2026-03-19T08:16:31.181" v="710" actId="113"/>
        <pc:sldMkLst>
          <pc:docMk/>
          <pc:sldMk cId="4208916887" sldId="495"/>
        </pc:sldMkLst>
        <pc:spChg chg="mod">
          <ac:chgData name="Joshua Montgomery" userId="f058e946-7618-46df-b669-9df5e3fb6baf" providerId="ADAL" clId="{D645D2AA-A275-4559-A5C0-C8AEFF619BA5}" dt="2026-03-19T08:16:31.181" v="710" actId="113"/>
          <ac:spMkLst>
            <pc:docMk/>
            <pc:sldMk cId="4208916887" sldId="495"/>
            <ac:spMk id="2" creationId="{8F844F47-F2A8-F70D-04BD-99A17ABBED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B1B2B-2EA5-40EC-8035-CCF348F06F78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1DA65-F2D0-4A5D-BE22-589FCF7CE2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756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C607B-BC83-1C44-A501-8F981FF414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4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E2DEC-7449-53AC-5813-D7210A8C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9F04C-12B4-D28D-6F21-880C26A8C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B2B30-393B-CE59-FE97-A45F9D4F0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BD21-9836-918B-BFD1-A7BEAE3CE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C607B-BC83-1C44-A501-8F981FF414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328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83DA7-B853-187D-D2ED-2DEF6C86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BFD0F-6134-0B4E-3CA3-41CFF371A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90FA8-8706-C8CA-D577-B230C006C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1A938-3192-6E71-7C17-6EA85514B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C607B-BC83-1C44-A501-8F981FF414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924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168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2D540-F392-CD34-E1D2-C22136AF7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887AF-7FE0-7AC5-C23C-4B6C0158B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E0C17-AAF0-7DC1-1475-1DCDD546F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C840A-47D6-B1B2-F0CB-6D1E75993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6160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815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4413-7B10-AA2B-34A6-986430BC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3885D-73F2-4FEF-3C30-8BBA28230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35AAA-E3D2-5DE2-EE2E-E1AEA33E6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0ADB5-5E97-A50C-5260-C191F11D6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237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ED5C-30EF-53B8-D06B-40B33E4D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D6E3A-E0F5-26C1-A99D-06BEB66B1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B44F4-AFED-CC2E-94ED-7E998C59D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DBB50-8CDE-60FE-09DE-CFEC9F4F2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937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876F2-2104-109E-FFEF-DDDC0268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70429-1E48-BE91-8E9B-8C6E071B6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598A3-3F49-7B28-2224-D4EE57FCE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93B78-E17C-7325-09D7-231C66025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3481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A73C-A3D2-46BD-0F15-B5EC07C3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09397-77CA-F597-F10D-D6E5535E7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9617B-5BEB-7062-AD6A-F15016FB2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2C6EF-E37F-8435-C19B-555BB25B3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25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307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812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21E57-CCE0-031D-FAC9-A10B0D29A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44291-28E0-2D45-6D8D-15704762D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9A43F-F583-B32C-6656-48FDA284B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B7EE-C540-6388-ED08-BC910147E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BC607B-BC83-1C44-A501-8F981FF414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319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E7D2-2453-4ACB-A490-EB57C259EF6A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EF64590A-98BE-35D7-C269-84907586B299}"/>
              </a:ext>
            </a:extLst>
          </p:cNvPr>
          <p:cNvSpPr/>
          <p:nvPr userDrawn="1"/>
        </p:nvSpPr>
        <p:spPr>
          <a:xfrm>
            <a:off x="293013" y="6271491"/>
            <a:ext cx="11612319" cy="500249"/>
          </a:xfrm>
          <a:prstGeom prst="rect">
            <a:avLst/>
          </a:prstGeom>
          <a:solidFill>
            <a:srgbClr val="91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1606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78AA-2F7B-4F5E-BA27-DBE6CD404F44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90D036C8-8F2D-08E5-5C53-CDE9F5AC2291}"/>
              </a:ext>
            </a:extLst>
          </p:cNvPr>
          <p:cNvSpPr/>
          <p:nvPr userDrawn="1"/>
        </p:nvSpPr>
        <p:spPr>
          <a:xfrm>
            <a:off x="385292" y="6273557"/>
            <a:ext cx="11612319" cy="500249"/>
          </a:xfrm>
          <a:prstGeom prst="rect">
            <a:avLst/>
          </a:prstGeom>
          <a:solidFill>
            <a:srgbClr val="91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1810C07-03CE-CF6C-A33E-5EF8D07555AA}"/>
              </a:ext>
            </a:extLst>
          </p:cNvPr>
          <p:cNvSpPr txBox="1">
            <a:spLocks/>
          </p:cNvSpPr>
          <p:nvPr userDrawn="1"/>
        </p:nvSpPr>
        <p:spPr>
          <a:xfrm>
            <a:off x="9296400" y="64534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E8056C-9350-3E4B-911C-FCF80EDBFE79}" type="slidenum">
              <a:rPr lang="en-US" sz="1200" smtClean="0">
                <a:solidFill>
                  <a:schemeClr val="bg1"/>
                </a:solidFill>
              </a:rPr>
              <a:pPr/>
              <a:t>‹#›</a:t>
            </a:fld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7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0071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AD624-05DA-4799-A856-4BFB366816FC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36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C3B0-CDEF-4803-B4C9-DE3429906C3B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4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0071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F615A-12A7-45F6-99A5-2393EB39EC02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1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BF8C-89CE-4A24-834F-18A4FE3DE4AF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0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0071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230AB-5D42-4351-9687-46F9687BC0B9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03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CFEE3-2F50-42B1-ACDC-3C794F4EBEE1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7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AA497-4D76-40D2-82F0-D5EF35632E55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96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BBF2E-245F-4D79-AF7A-2549ADB24154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7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0071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CE5F4-A773-4011-A979-E2B33F46BA86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59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E6FEB-A7C6-426B-B9D0-D54D6D10F8A9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67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3F04B-3704-4486-AF94-66EF8086964E}" type="datetime1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8056C-9350-3E4B-911C-FCF80EDBFE7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8413FCB-A911-CB00-7147-ACE894970C5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9391" y="108713"/>
            <a:ext cx="11845255" cy="965465"/>
            <a:chOff x="293009" y="242937"/>
            <a:chExt cx="11612323" cy="965465"/>
          </a:xfrm>
        </p:grpSpPr>
        <p:sp>
          <p:nvSpPr>
            <p:cNvPr id="12" name="CustomShape 1">
              <a:extLst>
                <a:ext uri="{FF2B5EF4-FFF2-40B4-BE49-F238E27FC236}">
                  <a16:creationId xmlns:a16="http://schemas.microsoft.com/office/drawing/2014/main" id="{D98A6FE3-43F7-827C-A682-53198FC76E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3009" y="1100402"/>
              <a:ext cx="11612319" cy="108000"/>
            </a:xfrm>
            <a:prstGeom prst="rect">
              <a:avLst/>
            </a:prstGeom>
            <a:solidFill>
              <a:srgbClr val="C7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7" name="CustomShape 1">
              <a:extLst>
                <a:ext uri="{FF2B5EF4-FFF2-40B4-BE49-F238E27FC236}">
                  <a16:creationId xmlns:a16="http://schemas.microsoft.com/office/drawing/2014/main" id="{6020F3E1-D120-9061-D270-59D3273095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3013" y="242937"/>
              <a:ext cx="11612319" cy="863623"/>
            </a:xfrm>
            <a:prstGeom prst="rect">
              <a:avLst/>
            </a:prstGeom>
            <a:solidFill>
              <a:srgbClr val="91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 dirty="0"/>
            </a:p>
          </p:txBody>
        </p:sp>
      </p:grpSp>
      <p:pic>
        <p:nvPicPr>
          <p:cNvPr id="11" name="Picture 3" descr="LeedsUniWhite">
            <a:extLst>
              <a:ext uri="{FF2B5EF4-FFF2-40B4-BE49-F238E27FC236}">
                <a16:creationId xmlns:a16="http://schemas.microsoft.com/office/drawing/2014/main" id="{BE8C5119-0150-0645-FCFD-768AD7B6BD1C}"/>
              </a:ext>
            </a:extLst>
          </p:cNvPr>
          <p:cNvPicPr/>
          <p:nvPr userDrawn="1"/>
        </p:nvPicPr>
        <p:blipFill>
          <a:blip r:embed="rId14">
            <a:duotone>
              <a:prstClr val="black"/>
              <a:srgbClr val="F6EEE5">
                <a:tint val="45000"/>
                <a:satMod val="400000"/>
              </a:srgbClr>
            </a:duotone>
          </a:blip>
          <a:stretch/>
        </p:blipFill>
        <p:spPr>
          <a:xfrm>
            <a:off x="9405926" y="276038"/>
            <a:ext cx="2446200" cy="64548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F9683230-4D1B-3A14-4269-EE812D9A9FC4}"/>
              </a:ext>
            </a:extLst>
          </p:cNvPr>
          <p:cNvSpPr/>
          <p:nvPr userDrawn="1"/>
        </p:nvSpPr>
        <p:spPr>
          <a:xfrm>
            <a:off x="159391" y="6271491"/>
            <a:ext cx="11845251" cy="500249"/>
          </a:xfrm>
          <a:prstGeom prst="rect">
            <a:avLst/>
          </a:prstGeom>
          <a:solidFill>
            <a:srgbClr val="91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57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46E2E56-DC53-8B94-A94B-59D65EFD050D}"/>
              </a:ext>
            </a:extLst>
          </p:cNvPr>
          <p:cNvSpPr txBox="1">
            <a:spLocks/>
          </p:cNvSpPr>
          <p:nvPr/>
        </p:nvSpPr>
        <p:spPr>
          <a:xfrm>
            <a:off x="408110" y="2569120"/>
            <a:ext cx="11292112" cy="16792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b="1" dirty="0">
                <a:solidFill>
                  <a:srgbClr val="9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Heterogeneous Multiscale Methods:</a:t>
            </a:r>
          </a:p>
          <a:p>
            <a:pPr algn="ctr"/>
            <a:r>
              <a:rPr lang="en-GB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1D Elliptic PDE Demonstration</a:t>
            </a:r>
            <a:endParaRPr lang="en-GB" sz="1100" b="1" dirty="0">
              <a:solidFill>
                <a:srgbClr val="4245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2392595B-0B6A-EFB0-5758-5A3452BEB153}"/>
              </a:ext>
            </a:extLst>
          </p:cNvPr>
          <p:cNvSpPr txBox="1">
            <a:spLocks/>
          </p:cNvSpPr>
          <p:nvPr/>
        </p:nvSpPr>
        <p:spPr>
          <a:xfrm>
            <a:off x="408109" y="5597834"/>
            <a:ext cx="11292113" cy="645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GB" sz="1050" b="1" dirty="0">
              <a:solidFill>
                <a:srgbClr val="424548"/>
              </a:solidFill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pic>
        <p:nvPicPr>
          <p:cNvPr id="7" name="Picture 2" descr="EPSRC logo">
            <a:extLst>
              <a:ext uri="{FF2B5EF4-FFF2-40B4-BE49-F238E27FC236}">
                <a16:creationId xmlns:a16="http://schemas.microsoft.com/office/drawing/2014/main" id="{52858CFF-D90E-93A7-7C68-F3A524A71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028" y="5560183"/>
            <a:ext cx="2390322" cy="59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58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92F7-FB08-6495-549E-BB6FEAB4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CA95AB-E61F-3EF5-235F-5AAE25C5BA1A}"/>
              </a:ext>
            </a:extLst>
          </p:cNvPr>
          <p:cNvSpPr txBox="1"/>
          <p:nvPr/>
        </p:nvSpPr>
        <p:spPr>
          <a:xfrm>
            <a:off x="166365" y="2151727"/>
            <a:ext cx="118592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This session on the Heterogeneous Multiscale Methods (HMM) is divided into four parts:</a:t>
            </a:r>
          </a:p>
          <a:p>
            <a:endParaRPr lang="en-GB" sz="2000" dirty="0"/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The Governing Equation and Multiscale Property Field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Deterministic Approach – Solving the multiscale problem without the HMM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The HMM – Coupling macroscale and microscale domains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000" dirty="0"/>
              <a:t>Results – Solution comparison and error analysis</a:t>
            </a:r>
          </a:p>
          <a:p>
            <a:pPr marL="514350" indent="-514350">
              <a:buFont typeface="+mj-lt"/>
              <a:buAutoNum type="arabicPeriod"/>
            </a:pPr>
            <a:endParaRPr lang="en-GB" sz="2000" dirty="0"/>
          </a:p>
          <a:p>
            <a:r>
              <a:rPr lang="en-GB" sz="2000" dirty="0"/>
              <a:t>A companion Jupyter notebook is available with all model code.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6C9E2D-0091-8E11-446B-8C9CB9FCEB9F}"/>
              </a:ext>
            </a:extLst>
          </p:cNvPr>
          <p:cNvSpPr txBox="1">
            <a:spLocks/>
          </p:cNvSpPr>
          <p:nvPr/>
        </p:nvSpPr>
        <p:spPr>
          <a:xfrm>
            <a:off x="109912" y="417239"/>
            <a:ext cx="6573110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6EEE5"/>
                </a:solidFill>
                <a:latin typeface="Arial"/>
                <a:ea typeface="Arial" charset="0"/>
                <a:cs typeface="Arial"/>
              </a:rPr>
              <a:t>Workshop Structure</a:t>
            </a:r>
          </a:p>
        </p:txBody>
      </p:sp>
    </p:spTree>
    <p:extLst>
      <p:ext uri="{BB962C8B-B14F-4D97-AF65-F5344CB8AC3E}">
        <p14:creationId xmlns:p14="http://schemas.microsoft.com/office/powerpoint/2010/main" val="225527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C6BE-1574-0B75-7A12-52EABDFD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6FF2FA6-946D-D7CE-5F0C-0B9B2454311B}"/>
              </a:ext>
            </a:extLst>
          </p:cNvPr>
          <p:cNvSpPr txBox="1">
            <a:spLocks/>
          </p:cNvSpPr>
          <p:nvPr/>
        </p:nvSpPr>
        <p:spPr>
          <a:xfrm>
            <a:off x="109912" y="417239"/>
            <a:ext cx="6573110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6EEE5"/>
                </a:solidFill>
                <a:latin typeface="Arial"/>
                <a:ea typeface="Arial" charset="0"/>
                <a:cs typeface="Arial"/>
              </a:rPr>
              <a:t>Workshop Materials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18E32-AD4C-6842-C746-67D9E4A2239D}"/>
              </a:ext>
            </a:extLst>
          </p:cNvPr>
          <p:cNvSpPr txBox="1"/>
          <p:nvPr/>
        </p:nvSpPr>
        <p:spPr>
          <a:xfrm>
            <a:off x="210832" y="1606109"/>
            <a:ext cx="647219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Want to download the workshop?</a:t>
            </a:r>
          </a:p>
          <a:p>
            <a:endParaRPr lang="en-GB" sz="2400" dirty="0"/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workshop aims to proliferate the technique.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>
                <a:solidFill>
                  <a:prstClr val="black"/>
                </a:solidFill>
                <a:latin typeface="Arial" panose="020B0604020202020204"/>
              </a:rPr>
              <a:t>Scan the QR code, submit your email address, and we will send you the workshop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includes all the slides, models, and code.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>
              <a:solidFill>
                <a:prstClr val="black"/>
              </a:solidFill>
              <a:latin typeface="Arial" panose="020B06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you’re interested, we will also send you all the updates to the</a:t>
            </a:r>
            <a:r>
              <a:rPr lang="en-GB" dirty="0">
                <a:solidFill>
                  <a:prstClr val="black"/>
                </a:solidFill>
                <a:latin typeface="Arial" panose="020B0604020202020204"/>
              </a:rPr>
              <a:t> workshop</a:t>
            </a: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endParaRPr lang="en-GB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39C8F6-CEFA-5505-AE2A-A1ED3AF66D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48" t="37647" r="26209" b="14423"/>
          <a:stretch>
            <a:fillRect/>
          </a:stretch>
        </p:blipFill>
        <p:spPr>
          <a:xfrm>
            <a:off x="6962589" y="1197211"/>
            <a:ext cx="5018580" cy="502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83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87C1B-6B42-3F1B-1D2A-3EF7B9D2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F1420E-847F-3828-7208-38AEBAFA15BB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Problem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B44334D-F725-C65D-E9A9-B6E7440E0E36}"/>
              </a:ext>
            </a:extLst>
          </p:cNvPr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Multiscale fields and why they are computationally challenging</a:t>
            </a:r>
          </a:p>
        </p:txBody>
      </p:sp>
    </p:spTree>
    <p:extLst>
      <p:ext uri="{BB962C8B-B14F-4D97-AF65-F5344CB8AC3E}">
        <p14:creationId xmlns:p14="http://schemas.microsoft.com/office/powerpoint/2010/main" val="346953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4DE6B46-1191-36BB-978D-3C03EB947C08}"/>
              </a:ext>
            </a:extLst>
          </p:cNvPr>
          <p:cNvSpPr txBox="1">
            <a:spLocks/>
          </p:cNvSpPr>
          <p:nvPr/>
        </p:nvSpPr>
        <p:spPr>
          <a:xfrm>
            <a:off x="109912" y="417239"/>
            <a:ext cx="6573110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The Governing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460F07-EAD6-5984-8BC3-AE647D231952}"/>
                  </a:ext>
                </a:extLst>
              </p:cNvPr>
              <p:cNvSpPr txBox="1"/>
              <p:nvPr/>
            </p:nvSpPr>
            <p:spPr>
              <a:xfrm>
                <a:off x="210832" y="1513732"/>
                <a:ext cx="11247390" cy="3830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A 1D elliptic PDE has the form: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𝑑𝑋</m:t>
                        </m:r>
                      </m:den>
                    </m:f>
                    <m:r>
                      <a:rPr lang="en-GB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Γ</m:t>
                        </m:r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dY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dX</m:t>
                            </m:r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kumimoji="0" lang="en-GB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Where,</a:t>
                </a:r>
              </a:p>
              <a:p>
                <a:pPr>
                  <a:lnSpc>
                    <a:spcPct val="150000"/>
                  </a:lnSpc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	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Γ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𝑑𝑌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𝑑𝑋</m:t>
                            </m:r>
                          </m:den>
                        </m:f>
                      </m:e>
                    </m:d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 is a diffusion coefficient 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𝑑𝑌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𝑑𝑋</m:t>
                            </m:r>
                          </m:den>
                        </m:f>
                      </m:e>
                    </m:d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 is a source term</a:t>
                </a:r>
              </a:p>
              <a:p>
                <a:pPr>
                  <a:lnSpc>
                    <a:spcPct val="150000"/>
                  </a:lnSpc>
                  <a:defRPr/>
                </a:pPr>
                <a:endParaRPr lang="en-GB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Arial" panose="020B0604020202020204"/>
                  </a:rPr>
                  <a:t>H is some field that has features at both the macroscale, and at the microscale.</a:t>
                </a:r>
              </a:p>
              <a:p>
                <a:endParaRPr kumimoji="0" lang="en-GB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For the example we</a:t>
                </a:r>
                <a:r>
                  <a:rPr kumimoji="0" lang="en-GB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 use today</a:t>
                </a: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Γ</m:t>
                    </m:r>
                    <m:r>
                      <a:rPr lang="en-GB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noProof="0" dirty="0"/>
                  <a:t> </a:t>
                </a: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. </a:t>
                </a:r>
              </a:p>
              <a:p>
                <a:endParaRPr lang="en-GB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Boundary conditions: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460F07-EAD6-5984-8BC3-AE647D231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32" y="1513732"/>
                <a:ext cx="11247390" cy="3830536"/>
              </a:xfrm>
              <a:prstGeom prst="rect">
                <a:avLst/>
              </a:prstGeom>
              <a:blipFill>
                <a:blip r:embed="rId3"/>
                <a:stretch>
                  <a:fillRect l="-867" b="-1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EACE43D-13BC-1AE8-E832-0549821B46E4}"/>
              </a:ext>
            </a:extLst>
          </p:cNvPr>
          <p:cNvSpPr txBox="1"/>
          <p:nvPr/>
        </p:nvSpPr>
        <p:spPr>
          <a:xfrm>
            <a:off x="131809" y="6265334"/>
            <a:ext cx="1170260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0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8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4D81-6363-E3AC-443F-F6640DD1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226768-6982-78FD-AB29-95EC7C739E40}"/>
              </a:ext>
            </a:extLst>
          </p:cNvPr>
          <p:cNvSpPr/>
          <p:nvPr/>
        </p:nvSpPr>
        <p:spPr>
          <a:xfrm>
            <a:off x="193264" y="1152526"/>
            <a:ext cx="4880309" cy="5010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06E6FA4-0F49-D7E0-C510-E03AC1E15F8D}"/>
              </a:ext>
            </a:extLst>
          </p:cNvPr>
          <p:cNvSpPr txBox="1">
            <a:spLocks/>
          </p:cNvSpPr>
          <p:nvPr/>
        </p:nvSpPr>
        <p:spPr>
          <a:xfrm>
            <a:off x="109911" y="417239"/>
            <a:ext cx="8842177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The Multiscale Field 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6EEE5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8DFEED-90DD-60C6-282B-BBEB100D11FD}"/>
                  </a:ext>
                </a:extLst>
              </p:cNvPr>
              <p:cNvSpPr txBox="1"/>
              <p:nvPr/>
            </p:nvSpPr>
            <p:spPr>
              <a:xfrm>
                <a:off x="193264" y="1912615"/>
                <a:ext cx="4769753" cy="3612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Separation of scales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property field H contains both macroscale and microscale features.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  <m:r>
                      <a:rPr kumimoji="0" lang="en-GB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  <m:r>
                          <a:rPr kumimoji="0" lang="en-GB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GB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GB" sz="1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sin</m:t>
                    </m:r>
                    <m:r>
                      <a:rPr kumimoji="0" lang="en-GB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⁡(2</m:t>
                    </m:r>
                    <m:r>
                      <a:rPr kumimoji="0" lang="en-GB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𝜋</m:t>
                    </m:r>
                    <m:r>
                      <a:rPr kumimoji="0" lang="en-GB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kumimoji="0" lang="en-GB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is the smooth macroscale variation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is the microscale perturbation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full field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lit/>
                          </m:r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8DFEED-90DD-60C6-282B-BBEB100D1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64" y="1912615"/>
                <a:ext cx="4769753" cy="3612014"/>
              </a:xfrm>
              <a:prstGeom prst="rect">
                <a:avLst/>
              </a:prstGeom>
              <a:blipFill>
                <a:blip r:embed="rId3"/>
                <a:stretch>
                  <a:fillRect l="-2046" t="-1182" r="-16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01F4A9-0702-2616-F73E-3E1ACB5C66E4}"/>
                  </a:ext>
                </a:extLst>
              </p:cNvPr>
              <p:cNvSpPr txBox="1"/>
              <p:nvPr/>
            </p:nvSpPr>
            <p:spPr>
              <a:xfrm>
                <a:off x="9340648" y="2399767"/>
                <a:ext cx="2287829" cy="2637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600"/>
                  </a:spcBef>
                  <a:defRPr/>
                </a:pPr>
                <a:r>
                  <a: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Figure 1. </a:t>
                </a:r>
                <a:r>
                  <a:rPr lang="en-GB" sz="1400" dirty="0">
                    <a:solidFill>
                      <a:prstClr val="black"/>
                    </a:solidFill>
                    <a:latin typeface="Arial" panose="020B0604020202020204"/>
                    <a:cs typeface="Arial" charset="0"/>
                  </a:rPr>
                  <a:t>(Above) Fields for the macroscale and multiscale over the domain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𝑋</m:t>
                    </m:r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GB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 with</a:t>
                </a:r>
                <a:r>
                  <a:rPr lang="en-GB" sz="1400" noProof="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</a:t>
                </a:r>
                <a:r>
                  <a:rPr lang="en-GB" sz="1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.005</m:t>
                    </m:r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</a:t>
                </a:r>
                <a:r>
                  <a:rPr lang="en-GB" sz="1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. (Below) zoomed</a:t>
                </a:r>
                <a:r>
                  <a:rPr kumimoji="0" lang="en-GB" sz="1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in section of the fields for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𝑋</m:t>
                    </m:r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0.77,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 </m:t>
                        </m:r>
                        <m:r>
                          <a:rPr lang="en-GB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0.85</m:t>
                        </m:r>
                      </m:e>
                    </m:d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01F4A9-0702-2616-F73E-3E1ACB5C6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0648" y="2399767"/>
                <a:ext cx="2287829" cy="2637710"/>
              </a:xfrm>
              <a:prstGeom prst="rect">
                <a:avLst/>
              </a:prstGeom>
              <a:blipFill>
                <a:blip r:embed="rId4"/>
                <a:stretch>
                  <a:fillRect l="-798" b="-16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89FD9F63-D729-15B9-E300-F6A5966E4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86" r="51668" b="1955"/>
          <a:stretch>
            <a:fillRect/>
          </a:stretch>
        </p:blipFill>
        <p:spPr bwMode="auto">
          <a:xfrm>
            <a:off x="5143704" y="1164070"/>
            <a:ext cx="4067691" cy="272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956011B8-E578-E534-0F46-F2DFC57D6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8" t="24359" b="1983"/>
          <a:stretch>
            <a:fillRect/>
          </a:stretch>
        </p:blipFill>
        <p:spPr bwMode="auto">
          <a:xfrm>
            <a:off x="5332880" y="3893233"/>
            <a:ext cx="3998242" cy="235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09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A77C-E858-226D-51E5-CC5F9B8F8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79D0C4-64F7-1C32-70EE-6C6FFD9C964B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Three Modelling Scenarios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CCD95AC-A49C-DFCA-BF3A-2932D3385588}"/>
              </a:ext>
            </a:extLst>
          </p:cNvPr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Smooth Macroscale, Deterministic, and HMM</a:t>
            </a:r>
          </a:p>
        </p:txBody>
      </p:sp>
    </p:spTree>
    <p:extLst>
      <p:ext uri="{BB962C8B-B14F-4D97-AF65-F5344CB8AC3E}">
        <p14:creationId xmlns:p14="http://schemas.microsoft.com/office/powerpoint/2010/main" val="199679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D524ED-1F2B-C8D6-9055-22BF687E916B}"/>
              </a:ext>
            </a:extLst>
          </p:cNvPr>
          <p:cNvSpPr/>
          <p:nvPr/>
        </p:nvSpPr>
        <p:spPr>
          <a:xfrm>
            <a:off x="193264" y="1152526"/>
            <a:ext cx="4807361" cy="5010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ED53758-6ED8-ABC6-46A4-6F1A1CF76CB7}"/>
              </a:ext>
            </a:extLst>
          </p:cNvPr>
          <p:cNvSpPr txBox="1">
            <a:spLocks/>
          </p:cNvSpPr>
          <p:nvPr/>
        </p:nvSpPr>
        <p:spPr>
          <a:xfrm>
            <a:off x="109912" y="417239"/>
            <a:ext cx="6573110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Scenario 1: Smooth Macroscale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6EEE5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976FC0-352C-3D8B-A5CF-50E04DC05948}"/>
                  </a:ext>
                </a:extLst>
              </p:cNvPr>
              <p:cNvSpPr txBox="1"/>
              <p:nvPr/>
            </p:nvSpPr>
            <p:spPr>
              <a:xfrm>
                <a:off x="309115" y="3507164"/>
                <a:ext cx="4575657" cy="2416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cs typeface="Arial" charset="0"/>
                  </a:rPr>
                  <a:t>Only the smooth macroscale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cs typeface="Arial" charset="0"/>
                  </a:rPr>
                  <a:t> is used (no microscale features).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cs typeface="Arial" charset="0"/>
                  </a:rPr>
                  <a:t>Solved on a coarse mesh, using FEM, with N = 64 elements.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cs typeface="Arial" charset="0"/>
                  </a:rPr>
                  <a:t>Computationally inexpensive but ignores microscale effects entirely.</a:t>
                </a: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976FC0-352C-3D8B-A5CF-50E04DC05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15" y="3507164"/>
                <a:ext cx="4575657" cy="2416559"/>
              </a:xfrm>
              <a:prstGeom prst="rect">
                <a:avLst/>
              </a:prstGeom>
              <a:blipFill>
                <a:blip r:embed="rId3"/>
                <a:stretch>
                  <a:fillRect l="-533" r="-800" b="-22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EB0B75-B8F9-6513-A316-07A1FBA49EBE}"/>
                  </a:ext>
                </a:extLst>
              </p:cNvPr>
              <p:cNvSpPr txBox="1"/>
              <p:nvPr/>
            </p:nvSpPr>
            <p:spPr>
              <a:xfrm>
                <a:off x="1442801" y="1383977"/>
                <a:ext cx="2313123" cy="1884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𝑑𝑋</m:t>
                          </m:r>
                        </m:den>
                      </m:f>
                      <m:r>
                        <a:rPr lang="en-GB" sz="1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800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GB" sz="1800">
                                  <a:latin typeface="Cambria Math" panose="02040503050406030204" pitchFamily="18" charset="0"/>
                                </a:rPr>
                                <m:t>dY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GB" sz="1800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den>
                          </m:f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lvl="0">
                  <a:defRPr/>
                </a:pPr>
                <a:endParaRPr lang="en-GB" sz="14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r>
                  <a:rPr lang="en-GB" sz="1600" dirty="0">
                    <a:latin typeface="Cambria Math" panose="02040503050406030204" pitchFamily="18" charset="0"/>
                  </a:rPr>
                  <a:t>H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⁡(2</m:t>
                    </m:r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sz="1600" dirty="0">
                    <a:solidFill>
                      <a:prstClr val="black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defRPr/>
                </a:pPr>
                <a:endPara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EB0B75-B8F9-6513-A316-07A1FBA49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801" y="1383977"/>
                <a:ext cx="2313123" cy="1884234"/>
              </a:xfrm>
              <a:prstGeom prst="rect">
                <a:avLst/>
              </a:prstGeom>
              <a:blipFill>
                <a:blip r:embed="rId5"/>
                <a:stretch>
                  <a:fillRect l="-1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BB4DFF-5F6F-7698-E770-46A61B45E290}"/>
                  </a:ext>
                </a:extLst>
              </p:cNvPr>
              <p:cNvSpPr txBox="1"/>
              <p:nvPr/>
            </p:nvSpPr>
            <p:spPr>
              <a:xfrm>
                <a:off x="5906530" y="5089475"/>
                <a:ext cx="5619750" cy="1021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600"/>
                  </a:spcBef>
                  <a:defRPr/>
                </a:pPr>
                <a:r>
                  <a: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Figure 2. </a:t>
                </a:r>
                <a:r>
                  <a:rPr lang="en-GB" sz="1400" dirty="0">
                    <a:solidFill>
                      <a:prstClr val="black"/>
                    </a:solidFill>
                    <a:latin typeface="Arial" panose="020B0604020202020204"/>
                    <a:cs typeface="Arial" charset="0"/>
                  </a:rPr>
                  <a:t>Solution Y on a coarse mesh 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  <a:latin typeface="Arial" panose="020B0604020202020204"/>
                    <a:cs typeface="Arial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, for the smooth macroscale problem. The microscale fluctuations due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are not reflected in the result.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BB4DFF-5F6F-7698-E770-46A61B45E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530" y="5089475"/>
                <a:ext cx="5619750" cy="1021883"/>
              </a:xfrm>
              <a:prstGeom prst="rect">
                <a:avLst/>
              </a:prstGeom>
              <a:blipFill>
                <a:blip r:embed="rId6"/>
                <a:stretch>
                  <a:fillRect l="-325" b="-47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>
            <a:extLst>
              <a:ext uri="{FF2B5EF4-FFF2-40B4-BE49-F238E27FC236}">
                <a16:creationId xmlns:a16="http://schemas.microsoft.com/office/drawing/2014/main" id="{5D82AF77-8AA6-972D-3249-9755DF5CA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203" y="1356538"/>
            <a:ext cx="561975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65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D1A99-A201-0C79-CF2D-FCE6306E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8A3A8E-C7E1-003D-06E3-FEF3ADD93714}"/>
              </a:ext>
            </a:extLst>
          </p:cNvPr>
          <p:cNvSpPr/>
          <p:nvPr/>
        </p:nvSpPr>
        <p:spPr>
          <a:xfrm>
            <a:off x="193264" y="1152526"/>
            <a:ext cx="4290247" cy="50101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125BFBC-174F-3C96-FEFE-917BC3E3544B}"/>
              </a:ext>
            </a:extLst>
          </p:cNvPr>
          <p:cNvSpPr txBox="1">
            <a:spLocks/>
          </p:cNvSpPr>
          <p:nvPr/>
        </p:nvSpPr>
        <p:spPr>
          <a:xfrm>
            <a:off x="109912" y="417239"/>
            <a:ext cx="6573110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Scenario 2: Deterministic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E4F57C-409E-2091-EE57-006490B799A5}"/>
                  </a:ext>
                </a:extLst>
              </p:cNvPr>
              <p:cNvSpPr txBox="1"/>
              <p:nvPr/>
            </p:nvSpPr>
            <p:spPr>
              <a:xfrm>
                <a:off x="193264" y="3999176"/>
                <a:ext cx="5186747" cy="1779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The full field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 is used, including microscale features.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Solved on a fine mesh with N = 2000 elements.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E4F57C-409E-2091-EE57-006490B79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64" y="3999176"/>
                <a:ext cx="5186747" cy="1779974"/>
              </a:xfrm>
              <a:prstGeom prst="rect">
                <a:avLst/>
              </a:prstGeom>
              <a:blipFill>
                <a:blip r:embed="rId2"/>
                <a:stretch>
                  <a:fillRect l="-823" b="-47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913172-7604-3FF2-C661-AB9501BCB69B}"/>
                  </a:ext>
                </a:extLst>
              </p:cNvPr>
              <p:cNvSpPr txBox="1"/>
              <p:nvPr/>
            </p:nvSpPr>
            <p:spPr>
              <a:xfrm>
                <a:off x="704942" y="1448182"/>
                <a:ext cx="3057342" cy="1884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𝑑𝑋</m:t>
                          </m:r>
                        </m:den>
                      </m:f>
                      <m:r>
                        <a:rPr lang="en-GB" sz="1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800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GB" sz="1800">
                                  <a:latin typeface="Cambria Math" panose="02040503050406030204" pitchFamily="18" charset="0"/>
                                </a:rPr>
                                <m:t>dY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GB" sz="1800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den>
                          </m:f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lvl="0">
                  <a:defRPr/>
                </a:pPr>
                <a:endParaRPr lang="en-GB" sz="14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GB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lit/>
                            </m:r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sz="1600" dirty="0">
                    <a:solidFill>
                      <a:prstClr val="black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defRPr/>
                </a:pPr>
                <a:endPara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913172-7604-3FF2-C661-AB9501BCB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42" y="1448182"/>
                <a:ext cx="3057342" cy="18842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B5BC5B04-F653-C4B5-F640-98391F945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64" r="5054"/>
          <a:stretch>
            <a:fillRect/>
          </a:stretch>
        </p:blipFill>
        <p:spPr bwMode="auto">
          <a:xfrm>
            <a:off x="4512086" y="1423908"/>
            <a:ext cx="7515225" cy="286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37157-8AA2-22EF-CB7A-195BC8DE1890}"/>
                  </a:ext>
                </a:extLst>
              </p:cNvPr>
              <p:cNvSpPr txBox="1"/>
              <p:nvPr/>
            </p:nvSpPr>
            <p:spPr>
              <a:xfrm>
                <a:off x="5871688" y="4397096"/>
                <a:ext cx="5619750" cy="13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600"/>
                  </a:spcBef>
                  <a:defRPr/>
                </a:pPr>
                <a:r>
                  <a: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Figure 3. 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(Left) </a:t>
                </a:r>
                <a:r>
                  <a:rPr lang="en-GB" sz="1400" dirty="0">
                    <a:solidFill>
                      <a:prstClr val="black"/>
                    </a:solidFill>
                    <a:latin typeface="Arial" panose="020B0604020202020204"/>
                    <a:cs typeface="Arial" charset="0"/>
                  </a:rPr>
                  <a:t>Solution Y for the smooth (scenario 1) and deterministic multiscale problem for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𝑋</m:t>
                    </m:r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</m:ctrlPr>
                      </m:d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GB" sz="1400" dirty="0">
                    <a:solidFill>
                      <a:prstClr val="black"/>
                    </a:solidFill>
                    <a:latin typeface="Arial" panose="020B0604020202020204"/>
                    <a:cs typeface="Arial" charset="0"/>
                  </a:rPr>
                  <a:t>. (Right) </a:t>
                </a:r>
                <a:r>
                  <a:rPr lang="en-GB" sz="1400" dirty="0">
                    <a:solidFill>
                      <a:prstClr val="black"/>
                    </a:solidFill>
                  </a:rPr>
                  <a:t>zoomed in section of the solution for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𝑋</m:t>
                    </m:r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</m:ctrlPr>
                      </m:d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0.77, 0.85</m:t>
                        </m:r>
                      </m:e>
                    </m:d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 </a:t>
                </a:r>
                <a:r>
                  <a:rPr lang="en-GB" sz="1400" dirty="0">
                    <a:solidFill>
                      <a:prstClr val="black"/>
                    </a:solidFill>
                    <a:latin typeface="Arial" panose="020B0604020202020204"/>
                  </a:rPr>
                  <a:t>revealing the difference due to the microscale features in H.</a:t>
                </a:r>
                <a:endPara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37157-8AA2-22EF-CB7A-195BC8DE1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688" y="4397096"/>
                <a:ext cx="5619750" cy="1345048"/>
              </a:xfrm>
              <a:prstGeom prst="rect">
                <a:avLst/>
              </a:prstGeom>
              <a:blipFill>
                <a:blip r:embed="rId5"/>
                <a:stretch>
                  <a:fillRect l="-325" b="-4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587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6F1E-5CE0-CC71-017B-420B9C29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009D91-D3BE-7859-30B1-3561FC238811}"/>
              </a:ext>
            </a:extLst>
          </p:cNvPr>
          <p:cNvSpPr/>
          <p:nvPr/>
        </p:nvSpPr>
        <p:spPr>
          <a:xfrm>
            <a:off x="177643" y="1448182"/>
            <a:ext cx="4290247" cy="1884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A2FDA81-97BF-CB79-BAE7-76AF8EA5FECF}"/>
              </a:ext>
            </a:extLst>
          </p:cNvPr>
          <p:cNvSpPr txBox="1">
            <a:spLocks/>
          </p:cNvSpPr>
          <p:nvPr/>
        </p:nvSpPr>
        <p:spPr>
          <a:xfrm>
            <a:off x="109912" y="417239"/>
            <a:ext cx="6573110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Scenario 2: Deterministic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E0ADAF-6FA7-95DF-818F-2AA5FB09B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983877"/>
              </p:ext>
            </p:extLst>
          </p:nvPr>
        </p:nvGraphicFramePr>
        <p:xfrm>
          <a:off x="177643" y="4768558"/>
          <a:ext cx="11833736" cy="1706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16868">
                  <a:extLst>
                    <a:ext uri="{9D8B030D-6E8A-4147-A177-3AD203B41FA5}">
                      <a16:colId xmlns:a16="http://schemas.microsoft.com/office/drawing/2014/main" val="1921775975"/>
                    </a:ext>
                  </a:extLst>
                </a:gridCol>
                <a:gridCol w="5916868">
                  <a:extLst>
                    <a:ext uri="{9D8B030D-6E8A-4147-A177-3AD203B41FA5}">
                      <a16:colId xmlns:a16="http://schemas.microsoft.com/office/drawing/2014/main" val="2286598306"/>
                    </a:ext>
                  </a:extLst>
                </a:gridCol>
              </a:tblGrid>
              <a:tr h="398475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Advantages</a:t>
                      </a:r>
                    </a:p>
                  </a:txBody>
                  <a:tcPr>
                    <a:solidFill>
                      <a:srgbClr val="4245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Disadvantages</a:t>
                      </a:r>
                    </a:p>
                  </a:txBody>
                  <a:tcPr>
                    <a:solidFill>
                      <a:srgbClr val="4245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2121"/>
                  </a:ext>
                </a:extLst>
              </a:tr>
              <a:tr h="100148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Accurate across all scales - captures both macroscale and microscale effects.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No approximation or homogenisation needed.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/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solidFill>
                            <a:srgbClr val="910000"/>
                          </a:solidFill>
                        </a:rPr>
                        <a:t>Requires a very fine mesh (N = 2000 elements) to resolve microscale features.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solidFill>
                            <a:srgbClr val="910000"/>
                          </a:solidFill>
                        </a:rPr>
                        <a:t>Computationally expensive - the mesh must capture all features of H = H0 + 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5000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03E1515-80E3-B8A5-50D0-063194BC9FA8}"/>
              </a:ext>
            </a:extLst>
          </p:cNvPr>
          <p:cNvSpPr txBox="1"/>
          <p:nvPr/>
        </p:nvSpPr>
        <p:spPr>
          <a:xfrm>
            <a:off x="342899" y="4380949"/>
            <a:ext cx="1178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1.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Advantages and disadvantages to the deterministic methods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DEA75-F677-C3E0-38C0-2D7683652AC8}"/>
              </a:ext>
            </a:extLst>
          </p:cNvPr>
          <p:cNvSpPr txBox="1"/>
          <p:nvPr/>
        </p:nvSpPr>
        <p:spPr>
          <a:xfrm>
            <a:off x="2707844" y="1078850"/>
            <a:ext cx="677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B5065D-5196-381C-17F6-174BC69E0B50}"/>
                  </a:ext>
                </a:extLst>
              </p:cNvPr>
              <p:cNvSpPr txBox="1"/>
              <p:nvPr/>
            </p:nvSpPr>
            <p:spPr>
              <a:xfrm>
                <a:off x="867623" y="1540895"/>
                <a:ext cx="3057342" cy="1884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𝑑𝑋</m:t>
                          </m:r>
                        </m:den>
                      </m:f>
                      <m:r>
                        <a:rPr lang="en-GB" sz="1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1800">
                              <a:latin typeface="Cambria Math" panose="02040503050406030204" pitchFamily="18" charset="0"/>
                            </a:rPr>
                            <m:t>Γ</m:t>
                          </m:r>
                          <m:f>
                            <m:f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GB" sz="1800">
                                  <a:latin typeface="Cambria Math" panose="02040503050406030204" pitchFamily="18" charset="0"/>
                                </a:rPr>
                                <m:t>dY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GB" sz="1800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</m:den>
                          </m:f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lvl="0">
                  <a:defRPr/>
                </a:pPr>
                <a:endParaRPr lang="en-GB" sz="14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GB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lit/>
                            </m:rP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60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GB" sz="1600" dirty="0">
                    <a:solidFill>
                      <a:prstClr val="black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defRPr/>
                </a:pPr>
                <a:endPara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B5065D-5196-381C-17F6-174BC69E0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23" y="1540895"/>
                <a:ext cx="3057342" cy="18842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17F2E57F-4CC9-E65E-CE15-E6F4082B9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64" r="5054"/>
          <a:stretch>
            <a:fillRect/>
          </a:stretch>
        </p:blipFill>
        <p:spPr bwMode="auto">
          <a:xfrm>
            <a:off x="4521611" y="1182206"/>
            <a:ext cx="7515225" cy="286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268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3F716-6CF1-0D74-BC69-DC3D0491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D25291-A2E4-8C6E-F3BF-571387BA24A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Introducing the HMM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87D3342-C408-E1C5-8B71-395555DCC3C8}"/>
              </a:ext>
            </a:extLst>
          </p:cNvPr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Coupling macroscale and microscale through homogenisation</a:t>
            </a:r>
          </a:p>
        </p:txBody>
      </p:sp>
    </p:spTree>
    <p:extLst>
      <p:ext uri="{BB962C8B-B14F-4D97-AF65-F5344CB8AC3E}">
        <p14:creationId xmlns:p14="http://schemas.microsoft.com/office/powerpoint/2010/main" val="286180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1D2BA-7989-CD1C-E283-3BFC4A52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2151BD-8F93-D248-8A79-2DD70CC71D6A}"/>
              </a:ext>
            </a:extLst>
          </p:cNvPr>
          <p:cNvSpPr txBox="1">
            <a:spLocks/>
          </p:cNvSpPr>
          <p:nvPr/>
        </p:nvSpPr>
        <p:spPr>
          <a:xfrm>
            <a:off x="109911" y="417239"/>
            <a:ext cx="8187421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HMM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593A1-1A8D-D9C7-DCEA-8D51480B1D2C}"/>
              </a:ext>
            </a:extLst>
          </p:cNvPr>
          <p:cNvSpPr txBox="1"/>
          <p:nvPr/>
        </p:nvSpPr>
        <p:spPr>
          <a:xfrm>
            <a:off x="210831" y="1245239"/>
            <a:ext cx="11719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HMM for the 1D Elliptic PDE</a:t>
            </a:r>
            <a:endParaRPr kumimoji="0" lang="en-GB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E57CB3-BA35-FD8B-40CB-4E185EADE7E3}"/>
              </a:ext>
            </a:extLst>
          </p:cNvPr>
          <p:cNvSpPr txBox="1"/>
          <p:nvPr/>
        </p:nvSpPr>
        <p:spPr>
          <a:xfrm>
            <a:off x="4318553" y="5592651"/>
            <a:ext cx="764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A979BF-D9F2-F9CA-06BD-66F7B058D0A8}"/>
                  </a:ext>
                </a:extLst>
              </p:cNvPr>
              <p:cNvSpPr txBox="1"/>
              <p:nvPr/>
            </p:nvSpPr>
            <p:spPr>
              <a:xfrm>
                <a:off x="494243" y="1941617"/>
                <a:ext cx="10967444" cy="2978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 certain criteria are met, we can apply the heterogeneous multiscale methods. The macroscale is modelled on a coarse grid like the smooth only problem, but</a:t>
                </a:r>
                <a:r>
                  <a:rPr lang="en-GB" dirty="0">
                    <a:solidFill>
                      <a:prstClr val="black"/>
                    </a:solidFill>
                    <a:latin typeface="Arial" panose="020B0604020202020204"/>
                  </a:rPr>
                  <a:t>t with adjustments informed by microscale simulations.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GB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Arial" panose="020B0604020202020204"/>
                  </a:rPr>
                  <a:t>We require:</a:t>
                </a: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microscale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GB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GB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is periodic over some</a:t>
                </a:r>
                <a:r>
                  <a:rPr kumimoji="0" lang="en-GB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GB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kumimoji="0" lang="en-GB" b="0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GB" b="0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kumimoji="0" lang="en-GB" b="0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𝜆</m:t>
                            </m:r>
                          </m:num>
                          <m:den>
                            <m:r>
                              <a:rPr kumimoji="0" lang="en-GB" b="0" i="1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a:rPr kumimoji="0" lang="en-GB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GB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b="0" i="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endParaRPr lang="en-GB" b="0" i="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microscale length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is at</a:t>
                </a:r>
                <a:r>
                  <a:rPr kumimoji="0" lang="en-GB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least an order of magnitude smaller than the macroscale length L.</a:t>
                </a:r>
                <a:endParaRPr lang="en-GB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800100" lvl="1" indent="-342900">
                  <a:buFont typeface="+mj-lt"/>
                  <a:buAutoNum type="arabicPeriod"/>
                  <a:defRPr/>
                </a:pPr>
                <a:endParaRPr kumimoji="0" lang="en-GB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>
                  <a:defRPr/>
                </a:pPr>
                <a:r>
                  <a:rPr kumimoji="0" lang="en-GB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 we define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GB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kumimoji="0" lang="en-GB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 then as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GB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kumimoji="0" lang="en-GB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 our model becomes a deterministic representation.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A979BF-D9F2-F9CA-06BD-66F7B058D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43" y="1941617"/>
                <a:ext cx="10967444" cy="2978636"/>
              </a:xfrm>
              <a:prstGeom prst="rect">
                <a:avLst/>
              </a:prstGeom>
              <a:blipFill>
                <a:blip r:embed="rId3"/>
                <a:stretch>
                  <a:fillRect l="-445" t="-1230" b="-4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888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F21A6-D744-4FC4-2329-637D141B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6E51C4-ABC2-6630-74F6-3C5D795A6211}"/>
              </a:ext>
            </a:extLst>
          </p:cNvPr>
          <p:cNvSpPr/>
          <p:nvPr/>
        </p:nvSpPr>
        <p:spPr>
          <a:xfrm>
            <a:off x="193263" y="1152526"/>
            <a:ext cx="6773220" cy="5095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D94932E-4004-5718-EE63-29C1D3E8CAC6}"/>
              </a:ext>
            </a:extLst>
          </p:cNvPr>
          <p:cNvSpPr txBox="1">
            <a:spLocks/>
          </p:cNvSpPr>
          <p:nvPr/>
        </p:nvSpPr>
        <p:spPr>
          <a:xfrm>
            <a:off x="109911" y="417239"/>
            <a:ext cx="8187421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HMM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1A294C-F91F-7153-49FF-3BA574E588A3}"/>
              </a:ext>
            </a:extLst>
          </p:cNvPr>
          <p:cNvSpPr txBox="1"/>
          <p:nvPr/>
        </p:nvSpPr>
        <p:spPr>
          <a:xfrm>
            <a:off x="193264" y="1086424"/>
            <a:ext cx="6256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Microscale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9136A5-13B7-8A1A-9499-734CCC4DEC3F}"/>
                  </a:ext>
                </a:extLst>
              </p:cNvPr>
              <p:cNvSpPr txBox="1"/>
              <p:nvPr/>
            </p:nvSpPr>
            <p:spPr>
              <a:xfrm>
                <a:off x="193263" y="1376248"/>
                <a:ext cx="6773220" cy="1431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sz="16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From an initial smooth macroscale state, such as scenario 1, we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GB" sz="16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GB" sz="16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GB" sz="16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𝑑𝑌</m:t>
                        </m:r>
                      </m:num>
                      <m:den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𝑑𝑋</m:t>
                        </m:r>
                      </m:den>
                    </m:f>
                    <m:r>
                      <a:rPr lang="en-GB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en-GB" sz="16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 at each macroscale</a:t>
                </a:r>
                <a:r>
                  <a:rPr kumimoji="0" lang="en-GB" sz="160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 node. We then run a microscale simulation using the macroscale values to define the boundary conditions.</a:t>
                </a:r>
                <a:endParaRPr kumimoji="0" lang="en-GB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9136A5-13B7-8A1A-9499-734CCC4DE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63" y="1376248"/>
                <a:ext cx="6773220" cy="1431802"/>
              </a:xfrm>
              <a:prstGeom prst="rect">
                <a:avLst/>
              </a:prstGeom>
              <a:blipFill>
                <a:blip r:embed="rId3"/>
                <a:stretch>
                  <a:fillRect l="-540" t="-12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111F46-DEC8-5D84-6F47-0341403BE757}"/>
                  </a:ext>
                </a:extLst>
              </p:cNvPr>
              <p:cNvSpPr txBox="1"/>
              <p:nvPr/>
            </p:nvSpPr>
            <p:spPr>
              <a:xfrm>
                <a:off x="193262" y="2436598"/>
                <a:ext cx="6497916" cy="3942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Microscale is then defined as:</a:t>
                </a:r>
              </a:p>
              <a:p>
                <a:pPr lvl="0"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𝛾</m:t>
                          </m:r>
                          <m:f>
                            <m:fPr>
                              <m:ctrlP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kumimoji="0" lang="en-GB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pPr lvl="0"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For </a:t>
                </a:r>
                <a14:m>
                  <m:oMath xmlns:m="http://schemas.openxmlformats.org/officeDocument/2006/math">
                    <m:r>
                      <a:rPr lang="en-GB" sz="1600" b="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∈[</m:t>
                    </m:r>
                    <m:f>
                      <m:fPr>
                        <m:type m:val="lin"/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16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f>
                      <m:fPr>
                        <m:type m:val="lin"/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GB" sz="16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600" dirty="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endParaRPr kumimoji="0" lang="en-GB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pPr lvl="0">
                  <a:defRPr/>
                </a:pPr>
                <a:r>
                  <a:rPr lang="en-GB" sz="1600" dirty="0">
                    <a:solidFill>
                      <a:prstClr val="black"/>
                    </a:solidFill>
                    <a:latin typeface="Arial" panose="020B0604020202020204"/>
                  </a:rPr>
                  <a:t>Boundary conditions: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Enforce consistency of the microscale solution gradient with the macroscale gradient: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GB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f>
                      <m:f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𝑑𝑌</m:t>
                        </m:r>
                      </m:num>
                      <m:den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𝑑𝑋</m:t>
                        </m:r>
                      </m:den>
                    </m:f>
                  </m:oMath>
                </a14:m>
                <a:endParaRPr lang="en-GB" sz="1600" b="0" i="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en-GB" sz="1600" dirty="0">
                    <a:solidFill>
                      <a:prstClr val="black"/>
                    </a:solidFill>
                    <a:latin typeface="Arial" panose="020B0604020202020204"/>
                  </a:rPr>
                  <a:t>Periodic flux:</a:t>
                </a:r>
                <a14:m>
                  <m:oMath xmlns:m="http://schemas.openxmlformats.org/officeDocument/2006/math">
                    <m:r>
                      <a:rPr lang="en-GB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b>
                      <m:sSub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GB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num>
                              <m:den>
                                <m:r>
                                  <a:rPr lang="en-GB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</m:e>
                        </m:d>
                      </m:e>
                      <m:sub>
                        <m:f>
                          <m:fPr>
                            <m:type m:val="lin"/>
                            <m:ctrlP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sz="16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b>
                      <m:sSubPr>
                        <m:ctrlPr>
                          <a:rPr lang="en-GB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num>
                              <m:den>
                                <m:r>
                                  <a:rPr lang="en-GB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den>
                            </m:f>
                          </m:e>
                        </m:d>
                      </m:e>
                      <m:sub>
                        <m:f>
                          <m:fPr>
                            <m:type m:val="lin"/>
                            <m:ctrlP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GB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kumimoji="0" lang="en-GB" sz="16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Constrain the solution at the centre of the domain: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endParaRPr lang="en-GB" sz="16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lvl="0">
                  <a:defRPr/>
                </a:pPr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result is that if there </a:t>
                </a:r>
                <a:r>
                  <a:rPr lang="en-GB" sz="1600" dirty="0">
                    <a:solidFill>
                      <a:prstClr val="black"/>
                    </a:solidFill>
                    <a:latin typeface="Arial" panose="020B0604020202020204"/>
                  </a:rPr>
                  <a:t>are no microscale features in</a:t>
                </a:r>
                <a:r>
                  <a:rPr lang="en-GB" sz="16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 then the microscale recovers the smooth macroscale solution.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111F46-DEC8-5D84-6F47-0341403BE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62" y="2436598"/>
                <a:ext cx="6497916" cy="3942811"/>
              </a:xfrm>
              <a:prstGeom prst="rect">
                <a:avLst/>
              </a:prstGeom>
              <a:blipFill>
                <a:blip r:embed="rId4"/>
                <a:stretch>
                  <a:fillRect l="-563" t="-464" b="-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5F8D7ECA-07A1-25B4-8B86-8F3696286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474" y="1152526"/>
            <a:ext cx="4149106" cy="416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844F47-F2A8-F70D-04BD-99A17ABBED5C}"/>
              </a:ext>
            </a:extLst>
          </p:cNvPr>
          <p:cNvSpPr txBox="1"/>
          <p:nvPr/>
        </p:nvSpPr>
        <p:spPr>
          <a:xfrm>
            <a:off x="7208876" y="5356115"/>
            <a:ext cx="4707821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charset="0"/>
              </a:rPr>
              <a:t>Figure 4.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charset="0"/>
              </a:rPr>
              <a:t>Example microscale solutions (green) for four locations in the macroscale.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8916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3E05-D2B2-B3D0-0F89-C453337D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63FC25-18BB-48FB-8AB3-DA7CA8277889}"/>
              </a:ext>
            </a:extLst>
          </p:cNvPr>
          <p:cNvSpPr/>
          <p:nvPr/>
        </p:nvSpPr>
        <p:spPr>
          <a:xfrm>
            <a:off x="193263" y="1152526"/>
            <a:ext cx="5176463" cy="5095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AC97B7-6F51-7276-6BFE-181507889CAB}"/>
              </a:ext>
            </a:extLst>
          </p:cNvPr>
          <p:cNvSpPr txBox="1">
            <a:spLocks/>
          </p:cNvSpPr>
          <p:nvPr/>
        </p:nvSpPr>
        <p:spPr>
          <a:xfrm>
            <a:off x="109911" y="417239"/>
            <a:ext cx="8187421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HMM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FB9BC-DBA0-06C6-1D0C-66C11B7075D9}"/>
              </a:ext>
            </a:extLst>
          </p:cNvPr>
          <p:cNvSpPr txBox="1"/>
          <p:nvPr/>
        </p:nvSpPr>
        <p:spPr>
          <a:xfrm>
            <a:off x="109911" y="1154337"/>
            <a:ext cx="11719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HMM for the 1D Elliptic PDE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A8D80B-12D7-3979-35D3-F469FC3EF08E}"/>
                  </a:ext>
                </a:extLst>
              </p:cNvPr>
              <p:cNvSpPr txBox="1"/>
              <p:nvPr/>
            </p:nvSpPr>
            <p:spPr>
              <a:xfrm>
                <a:off x="256118" y="1690469"/>
                <a:ext cx="4358745" cy="1194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GB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Macroscale:</a:t>
                </a: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GB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ΔΓ</m:t>
                              </m:r>
                            </m:e>
                          </m:d>
                          <m:f>
                            <m:fPr>
                              <m:ctrlP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𝑑𝑌</m:t>
                              </m:r>
                            </m:num>
                            <m:den>
                              <m: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𝑑𝑋</m:t>
                              </m:r>
                            </m:den>
                          </m:f>
                        </m:e>
                      </m:d>
                      <m:r>
                        <a:rPr kumimoji="0" lang="en-GB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en-GB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en-GB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ΔF</m:t>
                      </m:r>
                      <m:r>
                        <a:rPr kumimoji="0" lang="en-GB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1A8D80B-12D7-3979-35D3-F469FC3EF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18" y="1690469"/>
                <a:ext cx="4358745" cy="1194301"/>
              </a:xfrm>
              <a:prstGeom prst="rect">
                <a:avLst/>
              </a:prstGeom>
              <a:blipFill>
                <a:blip r:embed="rId3"/>
                <a:stretch>
                  <a:fillRect l="-1119" t="-25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7">
            <a:extLst>
              <a:ext uri="{FF2B5EF4-FFF2-40B4-BE49-F238E27FC236}">
                <a16:creationId xmlns:a16="http://schemas.microsoft.com/office/drawing/2014/main" id="{8D3A573C-9EA6-E31B-041A-37DBE41F5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9726" y="1336829"/>
            <a:ext cx="7277100" cy="4387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9AB653-1641-4446-0EB4-AECDD05093F3}"/>
                  </a:ext>
                </a:extLst>
              </p:cNvPr>
              <p:cNvSpPr txBox="1"/>
              <p:nvPr/>
            </p:nvSpPr>
            <p:spPr>
              <a:xfrm>
                <a:off x="178064" y="2718082"/>
                <a:ext cx="5176463" cy="386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kumimoji="0" lang="en-GB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Microscale at macroscale node </a:t>
                </a:r>
                <a:r>
                  <a:rPr kumimoji="0" lang="en-GB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i</a:t>
                </a:r>
                <a:r>
                  <a:rPr kumimoji="0" lang="en-GB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, </a:t>
                </a:r>
                <a:r>
                  <a:rPr kumimoji="0" lang="en-GB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for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∈[</m:t>
                    </m:r>
                    <m:f>
                      <m:fPr>
                        <m:type m:val="lin"/>
                        <m:ctrlPr>
                          <a:rPr lang="en-GB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GB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f>
                      <m:fPr>
                        <m:type m:val="lin"/>
                        <m:ctrlPr>
                          <a:rPr lang="en-GB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GB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en-GB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</a:rPr>
                  <a:t>:</a:t>
                </a:r>
              </a:p>
              <a:p>
                <a:pPr lvl="0">
                  <a:defRPr/>
                </a:pPr>
                <a:endParaRPr kumimoji="0" lang="en-GB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GB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GB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GB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f>
                            <m:fPr>
                              <m:ctrlP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GB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kumimoji="0" lang="en-GB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0" lang="en-GB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pPr lvl="0"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lvl="0"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  <m:sub>
                            <m: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kumimoji="0" lang="en-GB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den>
                    </m:f>
                    <m:nary>
                      <m:nary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f>
                          <m:fPr>
                            <m:type m:val="lin"/>
                            <m:ctrlP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𝜆</m:t>
                            </m:r>
                          </m:num>
                          <m:den>
                            <m: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lin"/>
                            <m:ctrlP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𝜆</m:t>
                            </m:r>
                          </m:num>
                          <m:den>
                            <m:r>
                              <a:rPr kumimoji="0" lang="en-GB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nary>
                    <m:r>
                      <a:rPr kumimoji="0" lang="en-GB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𝑑𝑥</m:t>
                    </m:r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</a:p>
              <a:p>
                <a:pPr lvl="0"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GB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GB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GB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f>
                                  <m:fPr>
                                    <m:type m:val="lin"/>
                                    <m:ctrlPr>
                                      <a:rPr lang="en-GB" sz="1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1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GB" sz="1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b>
                              <m:sup>
                                <m:f>
                                  <m:fPr>
                                    <m:type m:val="lin"/>
                                    <m:ctrlPr>
                                      <a:rPr lang="en-GB" sz="1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GB" sz="1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  <m:e>
                                <m:f>
                                  <m:fPr>
                                    <m:ctrlPr>
                                      <a:rPr lang="en-GB" sz="160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GB" sz="16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16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GB" sz="16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nary>
                            <m:r>
                              <a:rPr lang="en-GB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d>
                      </m:e>
                      <m:sup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prstClr val="black"/>
                    </a:solidFill>
                  </a:rPr>
                  <a:t> </a:t>
                </a:r>
              </a:p>
              <a:p>
                <a:pPr>
                  <a:defRPr/>
                </a:pPr>
                <a:endParaRPr lang="en-GB" sz="1600" dirty="0">
                  <a:solidFill>
                    <a:prstClr val="black"/>
                  </a:solidFill>
                </a:endParaRP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sz="16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6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GB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sz="16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6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b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</a:p>
              <a:p>
                <a:pPr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GB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GB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GB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9AB653-1641-4446-0EB4-AECDD0509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4" y="2718082"/>
                <a:ext cx="5176463" cy="3863943"/>
              </a:xfrm>
              <a:prstGeom prst="rect">
                <a:avLst/>
              </a:prstGeom>
              <a:blipFill>
                <a:blip r:embed="rId6"/>
                <a:stretch>
                  <a:fillRect l="-942" t="-3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418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BE2B2-BC14-26D5-48FA-0B7F2DDF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230FFA4-2ECF-2BFC-58EA-8AF4EA0EB0AF}"/>
              </a:ext>
            </a:extLst>
          </p:cNvPr>
          <p:cNvSpPr/>
          <p:nvPr/>
        </p:nvSpPr>
        <p:spPr>
          <a:xfrm>
            <a:off x="193263" y="1152526"/>
            <a:ext cx="5176463" cy="5095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0803A18-0794-9148-4FBC-254C170EDB76}"/>
              </a:ext>
            </a:extLst>
          </p:cNvPr>
          <p:cNvSpPr txBox="1">
            <a:spLocks/>
          </p:cNvSpPr>
          <p:nvPr/>
        </p:nvSpPr>
        <p:spPr>
          <a:xfrm>
            <a:off x="109911" y="417239"/>
            <a:ext cx="8187421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HMM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8D56F-8221-8171-A9EB-FAE37C49F46F}"/>
              </a:ext>
            </a:extLst>
          </p:cNvPr>
          <p:cNvSpPr txBox="1"/>
          <p:nvPr/>
        </p:nvSpPr>
        <p:spPr>
          <a:xfrm>
            <a:off x="109911" y="1154337"/>
            <a:ext cx="11719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HMM for the 1D Elliptic PDE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4EFC706-D3CC-B7B9-DD86-77C10B426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9726" y="1336829"/>
            <a:ext cx="7277100" cy="4387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AA3A88-765D-625B-EF5C-4A5BE02B7D7D}"/>
                  </a:ext>
                </a:extLst>
              </p:cNvPr>
              <p:cNvSpPr txBox="1"/>
              <p:nvPr/>
            </p:nvSpPr>
            <p:spPr>
              <a:xfrm>
                <a:off x="193263" y="2215441"/>
                <a:ext cx="4801524" cy="3113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>
                    <a:latin typeface="Arial"/>
                  </a:rPr>
                  <a:t>Iterative Algorithm:</a:t>
                </a:r>
              </a:p>
              <a:p>
                <a:pPr marL="514350" indent="-51435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GB" sz="1600" dirty="0">
                    <a:latin typeface="Arial"/>
                  </a:rPr>
                  <a:t>Initial macro solve with smooth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>
                    <a:latin typeface="Arial"/>
                  </a:rPr>
                  <a:t>.</a:t>
                </a:r>
              </a:p>
              <a:p>
                <a:pPr marL="514350" indent="-51435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GB" sz="1600" dirty="0">
                    <a:latin typeface="Arial"/>
                  </a:rPr>
                  <a:t>At each macro node: solve microscale cell problem to get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acc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GB" sz="1600" dirty="0">
                    <a:latin typeface="Arial"/>
                  </a:rPr>
                  <a:t>.</a:t>
                </a:r>
              </a:p>
              <a:p>
                <a:pPr marL="514350" indent="-51435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GB" sz="1600" dirty="0">
                    <a:latin typeface="Arial"/>
                  </a:rPr>
                  <a:t>Compute corrections: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GB" sz="16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GB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sz="16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en-GB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GB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600" dirty="0"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GB" sz="16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GB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  <m:r>
                      <a:rPr lang="en-GB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GB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GB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>
                    <a:latin typeface="Arial"/>
                  </a:rPr>
                  <a:t>.</a:t>
                </a:r>
              </a:p>
              <a:p>
                <a:pPr marL="514350" indent="-51435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GB" sz="1600" dirty="0">
                    <a:latin typeface="Arial"/>
                  </a:rPr>
                  <a:t>Re-solve macro.</a:t>
                </a:r>
              </a:p>
              <a:p>
                <a:pPr marL="514350" indent="-514350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en-GB" sz="1600" dirty="0">
                    <a:latin typeface="Arial"/>
                  </a:rPr>
                  <a:t>Check convergence: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en-GB" sz="16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𝑑𝑌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GB" sz="16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den>
                    </m:f>
                    <m:r>
                      <a:rPr lang="en-GB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GB" sz="1600" dirty="0">
                    <a:latin typeface="Arial"/>
                  </a:rPr>
                  <a:t> tolerance. If not converged, repeat from step 2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AA3A88-765D-625B-EF5C-4A5BE02B7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63" y="2215441"/>
                <a:ext cx="4801524" cy="3113416"/>
              </a:xfrm>
              <a:prstGeom prst="rect">
                <a:avLst/>
              </a:prstGeom>
              <a:blipFill>
                <a:blip r:embed="rId5"/>
                <a:stretch>
                  <a:fillRect l="-1144" t="-978" b="-15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63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36C7874-1D6D-9BD6-6FC6-69B6FEC3AAA1}"/>
              </a:ext>
            </a:extLst>
          </p:cNvPr>
          <p:cNvSpPr txBox="1">
            <a:spLocks/>
          </p:cNvSpPr>
          <p:nvPr/>
        </p:nvSpPr>
        <p:spPr>
          <a:xfrm>
            <a:off x="109912" y="417239"/>
            <a:ext cx="6573110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Results: Solution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17749B-E936-46B1-03A4-C7C2874CDAE3}"/>
              </a:ext>
            </a:extLst>
          </p:cNvPr>
          <p:cNvSpPr txBox="1"/>
          <p:nvPr/>
        </p:nvSpPr>
        <p:spPr>
          <a:xfrm>
            <a:off x="1" y="5419012"/>
            <a:ext cx="609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9E5C3-AFC3-F04F-335F-6077EB6A400E}"/>
              </a:ext>
            </a:extLst>
          </p:cNvPr>
          <p:cNvSpPr txBox="1"/>
          <p:nvPr/>
        </p:nvSpPr>
        <p:spPr>
          <a:xfrm>
            <a:off x="6212991" y="5419012"/>
            <a:ext cx="5665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E2E0ED-C6B2-DFC1-AC8A-66A9A4D835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4"/>
          <a:stretch>
            <a:fillRect/>
          </a:stretch>
        </p:blipFill>
        <p:spPr bwMode="auto">
          <a:xfrm>
            <a:off x="1516748" y="1512505"/>
            <a:ext cx="9158503" cy="363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B4E2E7-2939-3A15-FB5B-377B46C0E6D4}"/>
                  </a:ext>
                </a:extLst>
              </p:cNvPr>
              <p:cNvSpPr txBox="1"/>
              <p:nvPr/>
            </p:nvSpPr>
            <p:spPr>
              <a:xfrm>
                <a:off x="3625099" y="5212895"/>
                <a:ext cx="4707821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600"/>
                  </a:spcBef>
                  <a:defRPr/>
                </a:pPr>
                <a:r>
                  <a:rPr kumimoji="0" lang="en-GB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Figure 5. </a:t>
                </a: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charset="0"/>
                  </a:rPr>
                  <a:t>(Left) Solution from the three scenarios. </a:t>
                </a:r>
                <a:r>
                  <a:rPr lang="en-GB" sz="1400" dirty="0">
                    <a:solidFill>
                      <a:prstClr val="black"/>
                    </a:solidFill>
                    <a:latin typeface="Arial" panose="020B0604020202020204"/>
                    <a:cs typeface="Arial" charset="0"/>
                  </a:rPr>
                  <a:t>(Right) Zoomed in on solution for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𝑋</m:t>
                    </m:r>
                    <m:r>
                      <a:rPr lang="en-GB" sz="1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GB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charset="0"/>
                          </a:rPr>
                          <m:t>0.77, 0.85</m:t>
                        </m:r>
                      </m:e>
                    </m:d>
                  </m:oMath>
                </a14:m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BB4E2E7-2939-3A15-FB5B-377B46C0E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099" y="5212895"/>
                <a:ext cx="4707821" cy="698717"/>
              </a:xfrm>
              <a:prstGeom prst="rect">
                <a:avLst/>
              </a:prstGeom>
              <a:blipFill>
                <a:blip r:embed="rId4"/>
                <a:stretch>
                  <a:fillRect l="-389" r="-518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71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36C7874-1D6D-9BD6-6FC6-69B6FEC3AAA1}"/>
              </a:ext>
            </a:extLst>
          </p:cNvPr>
          <p:cNvSpPr txBox="1">
            <a:spLocks/>
          </p:cNvSpPr>
          <p:nvPr/>
        </p:nvSpPr>
        <p:spPr>
          <a:xfrm>
            <a:off x="109911" y="417239"/>
            <a:ext cx="8187421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Results: Corrections and Error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50E339-8CA2-234D-829A-73715648D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572698"/>
              </p:ext>
            </p:extLst>
          </p:nvPr>
        </p:nvGraphicFramePr>
        <p:xfrm>
          <a:off x="161426" y="3292106"/>
          <a:ext cx="11835243" cy="290590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17402">
                  <a:extLst>
                    <a:ext uri="{9D8B030D-6E8A-4147-A177-3AD203B41FA5}">
                      <a16:colId xmlns:a16="http://schemas.microsoft.com/office/drawing/2014/main" val="3236283856"/>
                    </a:ext>
                  </a:extLst>
                </a:gridCol>
                <a:gridCol w="3071611">
                  <a:extLst>
                    <a:ext uri="{9D8B030D-6E8A-4147-A177-3AD203B41FA5}">
                      <a16:colId xmlns:a16="http://schemas.microsoft.com/office/drawing/2014/main" val="2286598306"/>
                    </a:ext>
                  </a:extLst>
                </a:gridCol>
                <a:gridCol w="2846230">
                  <a:extLst>
                    <a:ext uri="{9D8B030D-6E8A-4147-A177-3AD203B41FA5}">
                      <a16:colId xmlns:a16="http://schemas.microsoft.com/office/drawing/2014/main" val="2507035364"/>
                    </a:ext>
                  </a:extLst>
                </a:gridCol>
              </a:tblGrid>
              <a:tr h="454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Quantity</a:t>
                      </a:r>
                    </a:p>
                  </a:txBody>
                  <a:tcPr>
                    <a:solidFill>
                      <a:srgbClr val="4245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Value</a:t>
                      </a:r>
                    </a:p>
                  </a:txBody>
                  <a:tcPr>
                    <a:solidFill>
                      <a:srgbClr val="4245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Notes</a:t>
                      </a:r>
                    </a:p>
                  </a:txBody>
                  <a:tcPr>
                    <a:solidFill>
                      <a:srgbClr val="4245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2121"/>
                  </a:ext>
                </a:extLst>
              </a:tr>
              <a:tr h="514668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Macro mesh elements</a:t>
                      </a:r>
                      <a:endParaRPr lang="en-GB" sz="20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424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en-GB" sz="2000" b="1" i="0" kern="100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GB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Coarse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9500072"/>
                  </a:ext>
                </a:extLst>
              </a:tr>
              <a:tr h="514668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Micro mesh elements</a:t>
                      </a:r>
                      <a:endParaRPr lang="en-GB" sz="20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424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en-GB" sz="2000" b="1" i="0" kern="100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 cell</a:t>
                      </a:r>
                    </a:p>
                    <a:p>
                      <a:pPr algn="ctr">
                        <a:lnSpc>
                          <a:spcPts val="1500"/>
                        </a:lnSpc>
                      </a:pPr>
                      <a:endParaRPr lang="en-GB" sz="2000" b="1" i="0" kern="100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4671071"/>
                  </a:ext>
                </a:extLst>
              </a:tr>
              <a:tr h="546228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 mesh elements</a:t>
                      </a:r>
                      <a:endParaRPr lang="en-GB" sz="20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424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GB" sz="2000" b="1" i="0" kern="100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Fine</a:t>
                      </a:r>
                    </a:p>
                    <a:p>
                      <a:pPr algn="ctr">
                        <a:lnSpc>
                          <a:spcPts val="1500"/>
                        </a:lnSpc>
                      </a:pPr>
                      <a:endParaRPr lang="en-GB" sz="2000" b="1" i="0" kern="100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5141943"/>
                  </a:ext>
                </a:extLst>
              </a:tr>
              <a:tr h="43657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kern="10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HMM iterations to converge</a:t>
                      </a:r>
                      <a:endParaRPr lang="en-GB" sz="2000" b="1" kern="1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424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2000" b="1" i="0" kern="100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GB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Fast convergence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3164073"/>
                  </a:ext>
                </a:extLst>
              </a:tr>
              <a:tr h="43657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micro solves</a:t>
                      </a:r>
                      <a:endParaRPr lang="en-GB" sz="20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rgbClr val="4245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de-DE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en-GB" sz="2000" b="1" i="0" kern="100" dirty="0">
                        <a:solidFill>
                          <a:srgbClr val="000000"/>
                        </a:solidFill>
                        <a:effectLst/>
                        <a:latin typeface="Palatino Linotype" panose="020405020505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GB" sz="2000" b="1" i="0" kern="100" dirty="0">
                          <a:solidFill>
                            <a:srgbClr val="000000"/>
                          </a:solidFill>
                          <a:effectLst/>
                          <a:latin typeface="Palatino Linotype" panose="0204050205050503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128 nodes x 2 iterations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960832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7DB856-798C-0232-57FA-F3A3494AB2A8}"/>
              </a:ext>
            </a:extLst>
          </p:cNvPr>
          <p:cNvSpPr txBox="1"/>
          <p:nvPr/>
        </p:nvSpPr>
        <p:spPr>
          <a:xfrm>
            <a:off x="2709333" y="2931236"/>
            <a:ext cx="677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Table 2. </a:t>
            </a: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 parameters and 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0E850-5DB3-0DD8-6A0B-4D9FB5EF428B}"/>
              </a:ext>
            </a:extLst>
          </p:cNvPr>
          <p:cNvSpPr txBox="1"/>
          <p:nvPr/>
        </p:nvSpPr>
        <p:spPr>
          <a:xfrm>
            <a:off x="210832" y="1245239"/>
            <a:ext cx="112473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Quantifying the HMM accuracy and efficiency</a:t>
            </a: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Error Summary: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 error (HMM vs Deterministic): 5.3e-06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L-infinity error: 1.8e-05</a:t>
            </a:r>
          </a:p>
        </p:txBody>
      </p:sp>
    </p:spTree>
    <p:extLst>
      <p:ext uri="{BB962C8B-B14F-4D97-AF65-F5344CB8AC3E}">
        <p14:creationId xmlns:p14="http://schemas.microsoft.com/office/powerpoint/2010/main" val="1170131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278D3-EF18-5182-5086-E143D32C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DD1EF0-B7CE-B527-3717-3906F7672A4E}"/>
                  </a:ext>
                </a:extLst>
              </p:cNvPr>
              <p:cNvSpPr txBox="1"/>
              <p:nvPr/>
            </p:nvSpPr>
            <p:spPr>
              <a:xfrm>
                <a:off x="220664" y="1646460"/>
                <a:ext cx="11247390" cy="3565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HMM: efficient and accurate multiscale modelling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HMM achieves near-deterministic accuracy at a fraction of the computational cost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formulation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ΔΓ</m:t>
                    </m:r>
                    <m:r>
                      <a:rPr lang="en-GB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GB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</m:acc>
                    <m:r>
                      <a:rPr lang="en-GB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GB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GB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) cleanly separates smooth baseline from microscale effects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framework is generic: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can be any functions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GB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type m:val="lin"/>
                        <m:ctrlPr>
                          <a:rPr lang="en-GB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𝑑𝑌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𝑑𝑋</m:t>
                        </m:r>
                      </m:den>
                    </m:f>
                  </m:oMath>
                </a14:m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, making it applicable to many domains.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Arial" panose="020B0604020202020204"/>
                  </a:rPr>
                  <a:t>The approach can be extended to 2D or 3D problems and hyperbolic PDEs through transient terms.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en-GB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method has a wide range of applications: fluid dynamics, tribology, solid mechanics…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DD1EF0-B7CE-B527-3717-3906F7672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64" y="1646460"/>
                <a:ext cx="11247390" cy="3565079"/>
              </a:xfrm>
              <a:prstGeom prst="rect">
                <a:avLst/>
              </a:prstGeom>
              <a:blipFill>
                <a:blip r:embed="rId3"/>
                <a:stretch>
                  <a:fillRect l="-813" t="-1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A4EBCCD-F31F-553C-23D5-3DE92BF824D9}"/>
              </a:ext>
            </a:extLst>
          </p:cNvPr>
          <p:cNvSpPr txBox="1">
            <a:spLocks/>
          </p:cNvSpPr>
          <p:nvPr/>
        </p:nvSpPr>
        <p:spPr>
          <a:xfrm>
            <a:off x="109912" y="417239"/>
            <a:ext cx="6573110" cy="82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EEE5"/>
                </a:solidFill>
                <a:effectLst/>
                <a:uLnTx/>
                <a:uFillTx/>
                <a:latin typeface="Arial"/>
                <a:ea typeface="Arial" charset="0"/>
                <a:cs typeface="Arial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95431289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1230</Words>
  <Application>Microsoft Office PowerPoint</Application>
  <PresentationFormat>Widescreen</PresentationFormat>
  <Paragraphs>174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Cambria Math</vt:lpstr>
      <vt:lpstr>Palatino Linotype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Montgomery</dc:creator>
  <cp:lastModifiedBy>Joshua Montgomery</cp:lastModifiedBy>
  <cp:revision>1</cp:revision>
  <dcterms:created xsi:type="dcterms:W3CDTF">2026-02-03T20:14:06Z</dcterms:created>
  <dcterms:modified xsi:type="dcterms:W3CDTF">2026-03-19T08:17:00Z</dcterms:modified>
</cp:coreProperties>
</file>